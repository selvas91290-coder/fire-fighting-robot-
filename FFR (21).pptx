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3.xml" ContentType="application/vnd.openxmlformats-officedocument.theme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4.xml" ContentType="application/vnd.openxmlformats-officedocument.theme+xml"/>
  <Override PartName="/ppt/theme/themeOverride1.xml" ContentType="application/vnd.openxmlformats-officedocument.themeOverr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04" r:id="rId1"/>
    <p:sldMasterId id="2147483723" r:id="rId2"/>
    <p:sldMasterId id="2147483741" r:id="rId3"/>
    <p:sldMasterId id="2147483759" r:id="rId4"/>
  </p:sldMasterIdLst>
  <p:sldIdLst>
    <p:sldId id="256" r:id="rId5"/>
    <p:sldId id="259" r:id="rId6"/>
    <p:sldId id="260" r:id="rId7"/>
    <p:sldId id="264" r:id="rId8"/>
    <p:sldId id="261" r:id="rId9"/>
    <p:sldId id="263" r:id="rId10"/>
    <p:sldId id="266" r:id="rId11"/>
    <p:sldId id="268" r:id="rId12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135D3E-5435-4B8E-9DF0-025AD7B5903D}" v="6" dt="2026-02-19T16:04:23.3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37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216" y="1085850"/>
            <a:ext cx="6619244" cy="2497186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216" y="3583035"/>
            <a:ext cx="6619244" cy="646065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0527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4304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7" y="2146300"/>
            <a:ext cx="6619243" cy="1436735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3583036"/>
            <a:ext cx="6619244" cy="645300"/>
          </a:xfrm>
        </p:spPr>
        <p:txBody>
          <a:bodyPr anchor="t"/>
          <a:lstStyle>
            <a:lvl1pPr marL="0" indent="0" algn="l">
              <a:buNone/>
              <a:defRPr sz="15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7268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485" y="1545432"/>
            <a:ext cx="3297254" cy="3146822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0870" y="1542069"/>
            <a:ext cx="3297256" cy="3150184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81310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485" y="1428750"/>
            <a:ext cx="329725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485" y="1885950"/>
            <a:ext cx="3297254" cy="2806304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0872" y="1428750"/>
            <a:ext cx="329725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0872" y="1885950"/>
            <a:ext cx="3297254" cy="2806304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83732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5453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00890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5" y="1085850"/>
            <a:ext cx="2550798" cy="1085850"/>
          </a:xfrm>
        </p:spPr>
        <p:txBody>
          <a:bodyPr anchor="b"/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8462" y="1085850"/>
            <a:ext cx="3896998" cy="3429000"/>
          </a:xfrm>
        </p:spPr>
        <p:txBody>
          <a:bodyPr anchor="ctr"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5" y="2346961"/>
            <a:ext cx="2550797" cy="2171699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3329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430" y="1390644"/>
            <a:ext cx="3819680" cy="1181106"/>
          </a:xfrm>
        </p:spPr>
        <p:txBody>
          <a:bodyPr anchor="b">
            <a:normAutofit/>
          </a:bodyPr>
          <a:lstStyle>
            <a:lvl1pPr algn="l">
              <a:defRPr sz="27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2160" y="857250"/>
            <a:ext cx="2400300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2743200"/>
            <a:ext cx="3813734" cy="1028700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45680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7" y="3600440"/>
            <a:ext cx="6619243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216" y="514350"/>
            <a:ext cx="6619244" cy="27305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7" y="4025494"/>
            <a:ext cx="6619242" cy="370284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54838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1085850"/>
            <a:ext cx="6619244" cy="14859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2743200"/>
            <a:ext cx="6619244" cy="1771650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12122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101" y="1085850"/>
            <a:ext cx="5999486" cy="1742531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7800" y="2828380"/>
            <a:ext cx="5459737" cy="256631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05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3262993"/>
            <a:ext cx="6619244" cy="1257300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673721" y="728440"/>
            <a:ext cx="601434" cy="1500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915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7868" y="1960341"/>
            <a:ext cx="601434" cy="1500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915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315967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2343151"/>
            <a:ext cx="6619245" cy="1239885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3583036"/>
            <a:ext cx="6619244" cy="645300"/>
          </a:xfrm>
        </p:spPr>
        <p:txBody>
          <a:bodyPr anchor="t"/>
          <a:lstStyle>
            <a:lvl1pPr marL="0" indent="0" algn="l">
              <a:buNone/>
              <a:defRPr sz="15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39249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1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710" y="1485900"/>
            <a:ext cx="2210150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347" y="2000250"/>
            <a:ext cx="2195513" cy="269200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2745" y="1485900"/>
            <a:ext cx="2202181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4829" y="2000250"/>
            <a:ext cx="2210096" cy="269200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3525" y="1485900"/>
            <a:ext cx="2199085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3525" y="2000250"/>
            <a:ext cx="2199085" cy="269200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4607" y="1600200"/>
            <a:ext cx="0" cy="29718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1670" y="1600200"/>
            <a:ext cx="0" cy="297516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56024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1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347" y="3188212"/>
            <a:ext cx="2205038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347" y="1657350"/>
            <a:ext cx="2205038" cy="1143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347" y="3620409"/>
            <a:ext cx="2205038" cy="4943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032" y="3188212"/>
            <a:ext cx="219789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031" y="1657350"/>
            <a:ext cx="2197894" cy="1143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016" y="3620408"/>
            <a:ext cx="2200805" cy="4943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3525" y="3188212"/>
            <a:ext cx="2199085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3525" y="1657350"/>
            <a:ext cx="2199085" cy="1143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3432" y="3620406"/>
            <a:ext cx="2201998" cy="4943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4607" y="1600200"/>
            <a:ext cx="0" cy="29718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1670" y="1600200"/>
            <a:ext cx="0" cy="297516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49568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77852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8159" y="322660"/>
            <a:ext cx="1314451" cy="4369594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348" y="665561"/>
            <a:ext cx="5567362" cy="402669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95469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2335680" y="758160"/>
            <a:ext cx="4472280" cy="955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FFFFFF"/>
              </a:solidFill>
              <a:latin typeface="OpenSymbol"/>
            </a:endParaRPr>
          </a:p>
        </p:txBody>
      </p:sp>
    </p:spTree>
    <p:extLst>
      <p:ext uri="{BB962C8B-B14F-4D97-AF65-F5344CB8AC3E}">
        <p14:creationId xmlns:p14="http://schemas.microsoft.com/office/powerpoint/2010/main" val="389662729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216" y="1085850"/>
            <a:ext cx="6619244" cy="2497186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216" y="3583035"/>
            <a:ext cx="6619244" cy="646065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37868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172409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7" y="2146300"/>
            <a:ext cx="6619243" cy="1436735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3583036"/>
            <a:ext cx="6619244" cy="645300"/>
          </a:xfrm>
        </p:spPr>
        <p:txBody>
          <a:bodyPr anchor="t"/>
          <a:lstStyle>
            <a:lvl1pPr marL="0" indent="0" algn="l">
              <a:buNone/>
              <a:defRPr sz="15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263155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485" y="1545432"/>
            <a:ext cx="3297254" cy="3146822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0870" y="1542069"/>
            <a:ext cx="3297256" cy="3150184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127485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485" y="1428750"/>
            <a:ext cx="329725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485" y="1885950"/>
            <a:ext cx="3297254" cy="2806304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0872" y="1428750"/>
            <a:ext cx="329725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0872" y="1885950"/>
            <a:ext cx="3297254" cy="2806304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670057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636224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530861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5" y="1085850"/>
            <a:ext cx="2550798" cy="1085850"/>
          </a:xfrm>
        </p:spPr>
        <p:txBody>
          <a:bodyPr anchor="b"/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8462" y="1085850"/>
            <a:ext cx="3896998" cy="3429000"/>
          </a:xfrm>
        </p:spPr>
        <p:txBody>
          <a:bodyPr anchor="ctr"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5" y="2346961"/>
            <a:ext cx="2550797" cy="2171699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02299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430" y="1390644"/>
            <a:ext cx="3819680" cy="1181106"/>
          </a:xfrm>
        </p:spPr>
        <p:txBody>
          <a:bodyPr anchor="b">
            <a:normAutofit/>
          </a:bodyPr>
          <a:lstStyle>
            <a:lvl1pPr algn="l">
              <a:defRPr sz="27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2160" y="857250"/>
            <a:ext cx="2400300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2743200"/>
            <a:ext cx="3813734" cy="1028700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33065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7" y="3600440"/>
            <a:ext cx="6619243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216" y="514350"/>
            <a:ext cx="6619244" cy="27305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7" y="4025494"/>
            <a:ext cx="6619242" cy="370284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668322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1085850"/>
            <a:ext cx="6619244" cy="14859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2743200"/>
            <a:ext cx="6619244" cy="1771650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76537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101" y="1085850"/>
            <a:ext cx="5999486" cy="1742531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7800" y="2828380"/>
            <a:ext cx="5459737" cy="256631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05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3262993"/>
            <a:ext cx="6619244" cy="1257300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673721" y="728440"/>
            <a:ext cx="601434" cy="1500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915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7868" y="1960341"/>
            <a:ext cx="601434" cy="1500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915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1540812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2343151"/>
            <a:ext cx="6619245" cy="1239885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3583036"/>
            <a:ext cx="6619244" cy="645300"/>
          </a:xfrm>
        </p:spPr>
        <p:txBody>
          <a:bodyPr anchor="t"/>
          <a:lstStyle>
            <a:lvl1pPr marL="0" indent="0" algn="l">
              <a:buNone/>
              <a:defRPr sz="15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057983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1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710" y="1485900"/>
            <a:ext cx="2210150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347" y="2000250"/>
            <a:ext cx="2195513" cy="269200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2745" y="1485900"/>
            <a:ext cx="2202181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4829" y="2000250"/>
            <a:ext cx="2210096" cy="269200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3525" y="1485900"/>
            <a:ext cx="2199085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3525" y="2000250"/>
            <a:ext cx="2199085" cy="269200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4607" y="1600200"/>
            <a:ext cx="0" cy="29718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1670" y="1600200"/>
            <a:ext cx="0" cy="297516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84761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1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347" y="3188212"/>
            <a:ext cx="2205038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347" y="1657350"/>
            <a:ext cx="2205038" cy="1143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347" y="3620409"/>
            <a:ext cx="2205038" cy="4943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032" y="3188212"/>
            <a:ext cx="219789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031" y="1657350"/>
            <a:ext cx="2197894" cy="1143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016" y="3620408"/>
            <a:ext cx="2200805" cy="4943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3525" y="3188212"/>
            <a:ext cx="2199085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3525" y="1657350"/>
            <a:ext cx="2199085" cy="1143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3432" y="3620406"/>
            <a:ext cx="2201998" cy="4943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4607" y="1600200"/>
            <a:ext cx="0" cy="29718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1670" y="1600200"/>
            <a:ext cx="0" cy="297516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300809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68224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8159" y="322660"/>
            <a:ext cx="1314451" cy="4369594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348" y="665561"/>
            <a:ext cx="5567362" cy="402669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818901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216" y="1085850"/>
            <a:ext cx="6619244" cy="2497186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216" y="3583035"/>
            <a:ext cx="6619244" cy="646065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272409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603525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7" y="2146300"/>
            <a:ext cx="6619243" cy="1436735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3583036"/>
            <a:ext cx="6619244" cy="645300"/>
          </a:xfrm>
        </p:spPr>
        <p:txBody>
          <a:bodyPr anchor="t"/>
          <a:lstStyle>
            <a:lvl1pPr marL="0" indent="0" algn="l">
              <a:buNone/>
              <a:defRPr sz="15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133170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485" y="1545432"/>
            <a:ext cx="3297254" cy="3146822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0870" y="1542069"/>
            <a:ext cx="3297256" cy="3150184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961225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485" y="1428750"/>
            <a:ext cx="329725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485" y="1885950"/>
            <a:ext cx="3297254" cy="2806304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0872" y="1428750"/>
            <a:ext cx="329725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0872" y="1885950"/>
            <a:ext cx="3297254" cy="2806304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541802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055040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57434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5" y="1085850"/>
            <a:ext cx="2550798" cy="1085850"/>
          </a:xfrm>
        </p:spPr>
        <p:txBody>
          <a:bodyPr anchor="b"/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8462" y="1085850"/>
            <a:ext cx="3896998" cy="3429000"/>
          </a:xfrm>
        </p:spPr>
        <p:txBody>
          <a:bodyPr anchor="ctr"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5" y="2346961"/>
            <a:ext cx="2550797" cy="2171699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123596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430" y="1390644"/>
            <a:ext cx="3819680" cy="1181106"/>
          </a:xfrm>
        </p:spPr>
        <p:txBody>
          <a:bodyPr anchor="b">
            <a:normAutofit/>
          </a:bodyPr>
          <a:lstStyle>
            <a:lvl1pPr algn="l">
              <a:defRPr sz="27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2160" y="857250"/>
            <a:ext cx="2400300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2743200"/>
            <a:ext cx="3813734" cy="1028700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576692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7" y="3600440"/>
            <a:ext cx="6619243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216" y="514350"/>
            <a:ext cx="6619244" cy="27305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7" y="4025494"/>
            <a:ext cx="6619242" cy="370284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759500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1085850"/>
            <a:ext cx="6619244" cy="14859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2743200"/>
            <a:ext cx="6619244" cy="1771650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168694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101" y="1085850"/>
            <a:ext cx="5999486" cy="1742531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7800" y="2828380"/>
            <a:ext cx="5459737" cy="256631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05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3262993"/>
            <a:ext cx="6619244" cy="1257300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673721" y="728440"/>
            <a:ext cx="601434" cy="1500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915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7868" y="1960341"/>
            <a:ext cx="601434" cy="1500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915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4201819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2343151"/>
            <a:ext cx="6619245" cy="1239885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3583036"/>
            <a:ext cx="6619244" cy="645300"/>
          </a:xfrm>
        </p:spPr>
        <p:txBody>
          <a:bodyPr anchor="t"/>
          <a:lstStyle>
            <a:lvl1pPr marL="0" indent="0" algn="l">
              <a:buNone/>
              <a:defRPr sz="15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025467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1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710" y="1485900"/>
            <a:ext cx="2210150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347" y="2000250"/>
            <a:ext cx="2195513" cy="269200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2745" y="1485900"/>
            <a:ext cx="2202181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4829" y="2000250"/>
            <a:ext cx="2210096" cy="269200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3525" y="1485900"/>
            <a:ext cx="2199085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3525" y="2000250"/>
            <a:ext cx="2199085" cy="269200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4607" y="1600200"/>
            <a:ext cx="0" cy="29718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1670" y="1600200"/>
            <a:ext cx="0" cy="297516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02452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1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347" y="3188212"/>
            <a:ext cx="2205038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347" y="1657350"/>
            <a:ext cx="2205038" cy="1143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347" y="3620409"/>
            <a:ext cx="2205038" cy="4943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032" y="3188212"/>
            <a:ext cx="219789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031" y="1657350"/>
            <a:ext cx="2197894" cy="1143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016" y="3620408"/>
            <a:ext cx="2200805" cy="4943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3525" y="3188212"/>
            <a:ext cx="2199085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3525" y="1657350"/>
            <a:ext cx="2199085" cy="1143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3432" y="3620406"/>
            <a:ext cx="2201998" cy="4943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4607" y="1600200"/>
            <a:ext cx="0" cy="29718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1670" y="1600200"/>
            <a:ext cx="0" cy="297516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771695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78631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8159" y="322660"/>
            <a:ext cx="1314451" cy="4369594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348" y="665561"/>
            <a:ext cx="5567362" cy="402669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98320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216" y="1085850"/>
            <a:ext cx="6619244" cy="2497186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216" y="3583035"/>
            <a:ext cx="6619244" cy="646065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329805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987274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7" y="2146300"/>
            <a:ext cx="6619243" cy="1436735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3583036"/>
            <a:ext cx="6619244" cy="645300"/>
          </a:xfrm>
        </p:spPr>
        <p:txBody>
          <a:bodyPr anchor="t"/>
          <a:lstStyle>
            <a:lvl1pPr marL="0" indent="0" algn="l">
              <a:buNone/>
              <a:defRPr sz="15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077187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485" y="1545432"/>
            <a:ext cx="3297254" cy="3146822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0870" y="1542069"/>
            <a:ext cx="3297256" cy="3150184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82853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485" y="1428750"/>
            <a:ext cx="329725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485" y="1885950"/>
            <a:ext cx="3297254" cy="2806304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0872" y="1428750"/>
            <a:ext cx="329725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0872" y="1885950"/>
            <a:ext cx="3297254" cy="2806304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088432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495933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541974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5" y="1085850"/>
            <a:ext cx="2550798" cy="1085850"/>
          </a:xfrm>
        </p:spPr>
        <p:txBody>
          <a:bodyPr anchor="b"/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8462" y="1085850"/>
            <a:ext cx="3896998" cy="3429000"/>
          </a:xfrm>
        </p:spPr>
        <p:txBody>
          <a:bodyPr anchor="ctr"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5" y="2346961"/>
            <a:ext cx="2550797" cy="2171699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860013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430" y="1390644"/>
            <a:ext cx="3819680" cy="1181106"/>
          </a:xfrm>
        </p:spPr>
        <p:txBody>
          <a:bodyPr anchor="b">
            <a:normAutofit/>
          </a:bodyPr>
          <a:lstStyle>
            <a:lvl1pPr algn="l">
              <a:defRPr sz="27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2160" y="857250"/>
            <a:ext cx="2400300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2743200"/>
            <a:ext cx="3813734" cy="1028700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2475832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7" y="3600440"/>
            <a:ext cx="6619243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216" y="514350"/>
            <a:ext cx="6619244" cy="27305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7" y="4025494"/>
            <a:ext cx="6619242" cy="370284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0001965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1085850"/>
            <a:ext cx="6619244" cy="14859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2743200"/>
            <a:ext cx="6619244" cy="1771650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3801108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101" y="1085850"/>
            <a:ext cx="5999486" cy="1742531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7800" y="2828380"/>
            <a:ext cx="5459737" cy="256631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05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3262993"/>
            <a:ext cx="6619244" cy="1257300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673721" y="728440"/>
            <a:ext cx="601434" cy="1500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915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7868" y="1960341"/>
            <a:ext cx="601434" cy="1500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915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23884546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2343151"/>
            <a:ext cx="6619245" cy="1239885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3583036"/>
            <a:ext cx="6619244" cy="645300"/>
          </a:xfrm>
        </p:spPr>
        <p:txBody>
          <a:bodyPr anchor="t"/>
          <a:lstStyle>
            <a:lvl1pPr marL="0" indent="0" algn="l">
              <a:buNone/>
              <a:defRPr sz="15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8253442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1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710" y="1485900"/>
            <a:ext cx="2210150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347" y="2000250"/>
            <a:ext cx="2195513" cy="269200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2745" y="1485900"/>
            <a:ext cx="2202181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4829" y="2000250"/>
            <a:ext cx="2210096" cy="269200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3525" y="1485900"/>
            <a:ext cx="2199085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3525" y="2000250"/>
            <a:ext cx="2199085" cy="269200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4607" y="1600200"/>
            <a:ext cx="0" cy="29718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1670" y="1600200"/>
            <a:ext cx="0" cy="297516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8645510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1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347" y="3188212"/>
            <a:ext cx="2205038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347" y="1657350"/>
            <a:ext cx="2205038" cy="1143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347" y="3620409"/>
            <a:ext cx="2205038" cy="4943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032" y="3188212"/>
            <a:ext cx="219789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031" y="1657350"/>
            <a:ext cx="2197894" cy="1143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016" y="3620408"/>
            <a:ext cx="2200805" cy="4943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3525" y="3188212"/>
            <a:ext cx="2199085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3525" y="1657350"/>
            <a:ext cx="2199085" cy="1143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3432" y="3620406"/>
            <a:ext cx="2201998" cy="4943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4607" y="1600200"/>
            <a:ext cx="0" cy="29718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1670" y="1600200"/>
            <a:ext cx="0" cy="297516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0150290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2449734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8159" y="322660"/>
            <a:ext cx="1314451" cy="4369594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348" y="665561"/>
            <a:ext cx="5567362" cy="402669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3075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5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31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21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30.xml"/><Relationship Id="rId17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0.xml"/><Relationship Id="rId16" Type="http://schemas.openxmlformats.org/officeDocument/2006/relationships/slideLayout" Target="../slideLayouts/slideLayout34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28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32.xml"/><Relationship Id="rId22" Type="http://schemas.openxmlformats.org/officeDocument/2006/relationships/image" Target="../media/image5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48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38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42.xml"/><Relationship Id="rId12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52.xml"/><Relationship Id="rId2" Type="http://schemas.openxmlformats.org/officeDocument/2006/relationships/slideLayout" Target="../slideLayouts/slideLayout37.xml"/><Relationship Id="rId16" Type="http://schemas.openxmlformats.org/officeDocument/2006/relationships/slideLayout" Target="../slideLayouts/slideLayout51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5" Type="http://schemas.openxmlformats.org/officeDocument/2006/relationships/slideLayout" Target="../slideLayouts/slideLayout50.xml"/><Relationship Id="rId10" Type="http://schemas.openxmlformats.org/officeDocument/2006/relationships/slideLayout" Target="../slideLayouts/slideLayout45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Relationship Id="rId14" Type="http://schemas.openxmlformats.org/officeDocument/2006/relationships/slideLayout" Target="../slideLayouts/slideLayout49.xml"/><Relationship Id="rId22" Type="http://schemas.openxmlformats.org/officeDocument/2006/relationships/image" Target="../media/image5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0.xml"/><Relationship Id="rId13" Type="http://schemas.openxmlformats.org/officeDocument/2006/relationships/slideLayout" Target="../slideLayouts/slideLayout65.xml"/><Relationship Id="rId18" Type="http://schemas.openxmlformats.org/officeDocument/2006/relationships/theme" Target="../theme/theme4.xml"/><Relationship Id="rId3" Type="http://schemas.openxmlformats.org/officeDocument/2006/relationships/slideLayout" Target="../slideLayouts/slideLayout55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59.xml"/><Relationship Id="rId12" Type="http://schemas.openxmlformats.org/officeDocument/2006/relationships/slideLayout" Target="../slideLayouts/slideLayout64.xml"/><Relationship Id="rId17" Type="http://schemas.openxmlformats.org/officeDocument/2006/relationships/slideLayout" Target="../slideLayouts/slideLayout69.xml"/><Relationship Id="rId2" Type="http://schemas.openxmlformats.org/officeDocument/2006/relationships/slideLayout" Target="../slideLayouts/slideLayout54.xml"/><Relationship Id="rId16" Type="http://schemas.openxmlformats.org/officeDocument/2006/relationships/slideLayout" Target="../slideLayouts/slideLayout68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8.xml"/><Relationship Id="rId11" Type="http://schemas.openxmlformats.org/officeDocument/2006/relationships/slideLayout" Target="../slideLayouts/slideLayout63.xml"/><Relationship Id="rId5" Type="http://schemas.openxmlformats.org/officeDocument/2006/relationships/slideLayout" Target="../slideLayouts/slideLayout57.xml"/><Relationship Id="rId15" Type="http://schemas.openxmlformats.org/officeDocument/2006/relationships/slideLayout" Target="../slideLayouts/slideLayout67.xml"/><Relationship Id="rId10" Type="http://schemas.openxmlformats.org/officeDocument/2006/relationships/slideLayout" Target="../slideLayouts/slideLayout62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56.xml"/><Relationship Id="rId9" Type="http://schemas.openxmlformats.org/officeDocument/2006/relationships/slideLayout" Target="../slideLayouts/slideLayout61.xml"/><Relationship Id="rId14" Type="http://schemas.openxmlformats.org/officeDocument/2006/relationships/slideLayout" Target="../slideLayouts/slideLayout66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002264"/>
            <a:ext cx="3027759" cy="314123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169261"/>
            <a:ext cx="1141809" cy="1774090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6456759" y="1257300"/>
            <a:ext cx="2114550" cy="211455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60" y="1"/>
            <a:ext cx="1202540" cy="85605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4572000"/>
            <a:ext cx="745301" cy="5715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584" y="339538"/>
            <a:ext cx="7053542" cy="105039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484" y="1539689"/>
            <a:ext cx="6709906" cy="31466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616730" y="1343026"/>
            <a:ext cx="742949" cy="2285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825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713680" y="2418973"/>
            <a:ext cx="2894846" cy="2286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25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4406" y="221797"/>
            <a:ext cx="628649" cy="5757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1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053922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  <p:sldLayoutId id="2147483718" r:id="rId14"/>
    <p:sldLayoutId id="2147483719" r:id="rId15"/>
    <p:sldLayoutId id="2147483720" r:id="rId16"/>
    <p:sldLayoutId id="2147483721" r:id="rId17"/>
    <p:sldLayoutId id="2147483722" r:id="rId18"/>
  </p:sldLayoutIdLst>
  <p:txStyles>
    <p:titleStyle>
      <a:lvl1pPr algn="l" defTabSz="342900" rtl="0" eaLnBrk="1" latinLnBrk="0" hangingPunct="1">
        <a:spcBef>
          <a:spcPct val="0"/>
        </a:spcBef>
        <a:buNone/>
        <a:defRPr sz="315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5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35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2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187950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002264"/>
            <a:ext cx="3027759" cy="314123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169261"/>
            <a:ext cx="1141809" cy="1774090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6456759" y="1257300"/>
            <a:ext cx="2114550" cy="211455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60" y="1"/>
            <a:ext cx="1202540" cy="85605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4572000"/>
            <a:ext cx="745301" cy="5715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584" y="339538"/>
            <a:ext cx="7053542" cy="105039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484" y="1539689"/>
            <a:ext cx="6709906" cy="31466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616730" y="1343026"/>
            <a:ext cx="742949" cy="2285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825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713680" y="2418973"/>
            <a:ext cx="2894846" cy="2286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25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4406" y="221797"/>
            <a:ext cx="628649" cy="5757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1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921371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  <p:sldLayoutId id="2147483735" r:id="rId12"/>
    <p:sldLayoutId id="2147483736" r:id="rId13"/>
    <p:sldLayoutId id="2147483737" r:id="rId14"/>
    <p:sldLayoutId id="2147483738" r:id="rId15"/>
    <p:sldLayoutId id="2147483739" r:id="rId16"/>
    <p:sldLayoutId id="2147483740" r:id="rId17"/>
  </p:sldLayoutIdLst>
  <p:txStyles>
    <p:titleStyle>
      <a:lvl1pPr algn="l" defTabSz="342900" rtl="0" eaLnBrk="1" latinLnBrk="0" hangingPunct="1">
        <a:spcBef>
          <a:spcPct val="0"/>
        </a:spcBef>
        <a:buNone/>
        <a:defRPr sz="315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5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35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2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187950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002264"/>
            <a:ext cx="3027759" cy="314123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169261"/>
            <a:ext cx="1141809" cy="1774090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6456759" y="1257300"/>
            <a:ext cx="2114550" cy="211455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60" y="1"/>
            <a:ext cx="1202540" cy="85605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4572000"/>
            <a:ext cx="745301" cy="5715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584" y="339538"/>
            <a:ext cx="7053542" cy="105039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484" y="1539689"/>
            <a:ext cx="6709906" cy="31466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616730" y="1343026"/>
            <a:ext cx="742949" cy="2285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825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713680" y="2418973"/>
            <a:ext cx="2894846" cy="2286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25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4406" y="221797"/>
            <a:ext cx="628649" cy="5757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1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27428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  <p:sldLayoutId id="2147483746" r:id="rId5"/>
    <p:sldLayoutId id="2147483747" r:id="rId6"/>
    <p:sldLayoutId id="2147483748" r:id="rId7"/>
    <p:sldLayoutId id="2147483749" r:id="rId8"/>
    <p:sldLayoutId id="2147483750" r:id="rId9"/>
    <p:sldLayoutId id="2147483751" r:id="rId10"/>
    <p:sldLayoutId id="2147483752" r:id="rId11"/>
    <p:sldLayoutId id="2147483753" r:id="rId12"/>
    <p:sldLayoutId id="2147483754" r:id="rId13"/>
    <p:sldLayoutId id="2147483755" r:id="rId14"/>
    <p:sldLayoutId id="2147483756" r:id="rId15"/>
    <p:sldLayoutId id="2147483757" r:id="rId16"/>
    <p:sldLayoutId id="2147483758" r:id="rId17"/>
  </p:sldLayoutIdLst>
  <p:txStyles>
    <p:titleStyle>
      <a:lvl1pPr algn="l" defTabSz="342900" rtl="0" eaLnBrk="1" latinLnBrk="0" hangingPunct="1">
        <a:spcBef>
          <a:spcPct val="0"/>
        </a:spcBef>
        <a:buNone/>
        <a:defRPr sz="315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5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35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2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187950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002264"/>
            <a:ext cx="3027759" cy="314123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169261"/>
            <a:ext cx="1141809" cy="1774090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6456759" y="1257300"/>
            <a:ext cx="2114550" cy="211455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60" y="1"/>
            <a:ext cx="1202540" cy="85605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4572000"/>
            <a:ext cx="745301" cy="5715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584" y="339538"/>
            <a:ext cx="7053542" cy="105039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484" y="1539689"/>
            <a:ext cx="6709906" cy="31466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616730" y="1343026"/>
            <a:ext cx="742949" cy="2285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825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713680" y="2418973"/>
            <a:ext cx="2894846" cy="2286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25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4406" y="221797"/>
            <a:ext cx="628649" cy="5757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1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203368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62" r:id="rId3"/>
    <p:sldLayoutId id="2147483763" r:id="rId4"/>
    <p:sldLayoutId id="2147483764" r:id="rId5"/>
    <p:sldLayoutId id="2147483765" r:id="rId6"/>
    <p:sldLayoutId id="2147483766" r:id="rId7"/>
    <p:sldLayoutId id="2147483767" r:id="rId8"/>
    <p:sldLayoutId id="2147483768" r:id="rId9"/>
    <p:sldLayoutId id="2147483769" r:id="rId10"/>
    <p:sldLayoutId id="2147483770" r:id="rId11"/>
    <p:sldLayoutId id="2147483771" r:id="rId12"/>
    <p:sldLayoutId id="2147483772" r:id="rId13"/>
    <p:sldLayoutId id="2147483773" r:id="rId14"/>
    <p:sldLayoutId id="2147483774" r:id="rId15"/>
    <p:sldLayoutId id="2147483775" r:id="rId16"/>
    <p:sldLayoutId id="2147483776" r:id="rId17"/>
  </p:sldLayoutIdLst>
  <p:txStyles>
    <p:titleStyle>
      <a:lvl1pPr algn="l" defTabSz="342900" rtl="0" eaLnBrk="1" latinLnBrk="0" hangingPunct="1">
        <a:spcBef>
          <a:spcPct val="0"/>
        </a:spcBef>
        <a:buNone/>
        <a:defRPr sz="315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5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35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2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187950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9" name="PlaceHolder 1"/>
          <p:cNvSpPr>
            <a:spLocks noGrp="1"/>
          </p:cNvSpPr>
          <p:nvPr>
            <p:ph type="subTitle"/>
          </p:nvPr>
        </p:nvSpPr>
        <p:spPr>
          <a:xfrm>
            <a:off x="1463097" y="2040492"/>
            <a:ext cx="5790960" cy="914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900" b="0" strike="noStrike" spc="-1" dirty="0">
                <a:solidFill>
                  <a:schemeClr val="lt1"/>
                </a:solidFill>
                <a:latin typeface="PT Sans"/>
                <a:ea typeface="PT Sans"/>
              </a:rPr>
              <a:t>Innovative Solutions for Enhanced Fire Detection and Response</a:t>
            </a:r>
            <a:endParaRPr lang="en-US" sz="1900" b="0" strike="noStrike" spc="-1" dirty="0">
              <a:solidFill>
                <a:srgbClr val="FFFFFF"/>
              </a:solidFill>
              <a:latin typeface="OpenSymbol"/>
            </a:endParaRPr>
          </a:p>
        </p:txBody>
      </p:sp>
      <p:sp>
        <p:nvSpPr>
          <p:cNvPr id="2688" name="PlaceHolder 2"/>
          <p:cNvSpPr>
            <a:spLocks noGrp="1"/>
          </p:cNvSpPr>
          <p:nvPr>
            <p:ph type="title"/>
          </p:nvPr>
        </p:nvSpPr>
        <p:spPr>
          <a:xfrm>
            <a:off x="1238040" y="357855"/>
            <a:ext cx="6505200" cy="1999800"/>
          </a:xfrm>
          <a:prstGeom prst="rect">
            <a:avLst/>
          </a:prstGeom>
          <a:noFill/>
          <a:ln w="0">
            <a:noFill/>
          </a:ln>
          <a:effectLst>
            <a:outerShdw blurRad="142920" rotWithShape="0">
              <a:srgbClr val="8FFFFF">
                <a:alpha val="38000"/>
              </a:srgbClr>
            </a:outerShdw>
          </a:effectLst>
        </p:spPr>
        <p:txBody>
          <a:bodyPr lIns="91440" tIns="91440" rIns="91440" bIns="91440" anchor="ctr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5800" b="1" strike="noStrike" spc="-1" dirty="0">
                <a:solidFill>
                  <a:schemeClr val="accent5">
                    <a:lumMod val="20000"/>
                    <a:lumOff val="80000"/>
                  </a:schemeClr>
                </a:solidFill>
                <a:latin typeface="Exo"/>
                <a:ea typeface="Exo"/>
              </a:rPr>
              <a:t>Fire Fighting Robot</a:t>
            </a:r>
            <a:endParaRPr lang="fr-FR" sz="5800" b="0" strike="noStrike" spc="-1" dirty="0">
              <a:solidFill>
                <a:schemeClr val="accent5">
                  <a:lumMod val="20000"/>
                  <a:lumOff val="80000"/>
                </a:schemeClr>
              </a:solidFill>
              <a:latin typeface="Arial"/>
            </a:endParaRPr>
          </a:p>
        </p:txBody>
      </p:sp>
      <p:grpSp>
        <p:nvGrpSpPr>
          <p:cNvPr id="2630" name="Google Shape;2700;p34"/>
          <p:cNvGrpSpPr/>
          <p:nvPr/>
        </p:nvGrpSpPr>
        <p:grpSpPr>
          <a:xfrm>
            <a:off x="2346474" y="4853880"/>
            <a:ext cx="882720" cy="241560"/>
            <a:chOff x="2131200" y="4336560"/>
            <a:chExt cx="882720" cy="241560"/>
          </a:xfrm>
        </p:grpSpPr>
        <p:sp>
          <p:nvSpPr>
            <p:cNvPr id="2631" name="Google Shape;2701;p34"/>
            <p:cNvSpPr/>
            <p:nvPr/>
          </p:nvSpPr>
          <p:spPr>
            <a:xfrm rot="10800000">
              <a:off x="2862000" y="4336560"/>
              <a:ext cx="151920" cy="241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632" name="Google Shape;2702;p34"/>
            <p:cNvSpPr/>
            <p:nvPr/>
          </p:nvSpPr>
          <p:spPr>
            <a:xfrm rot="10800000">
              <a:off x="2716200" y="43365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633" name="Google Shape;2703;p34"/>
            <p:cNvSpPr/>
            <p:nvPr/>
          </p:nvSpPr>
          <p:spPr>
            <a:xfrm rot="10800000">
              <a:off x="2570040" y="43365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634" name="Google Shape;2704;p34"/>
            <p:cNvSpPr/>
            <p:nvPr/>
          </p:nvSpPr>
          <p:spPr>
            <a:xfrm rot="10800000">
              <a:off x="2423520" y="43365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635" name="Google Shape;2705;p34"/>
            <p:cNvSpPr/>
            <p:nvPr/>
          </p:nvSpPr>
          <p:spPr>
            <a:xfrm rot="10800000">
              <a:off x="2277360" y="43365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636" name="Google Shape;2706;p34"/>
            <p:cNvSpPr/>
            <p:nvPr/>
          </p:nvSpPr>
          <p:spPr>
            <a:xfrm rot="10800000">
              <a:off x="2131200" y="43365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2637" name="Google Shape;2707;p34"/>
          <p:cNvGrpSpPr/>
          <p:nvPr/>
        </p:nvGrpSpPr>
        <p:grpSpPr>
          <a:xfrm>
            <a:off x="4423680" y="4119480"/>
            <a:ext cx="296280" cy="1822320"/>
            <a:chOff x="4423680" y="4119480"/>
            <a:chExt cx="296280" cy="1822320"/>
          </a:xfrm>
        </p:grpSpPr>
        <p:sp>
          <p:nvSpPr>
            <p:cNvPr id="2638" name="Google Shape;2708;p34"/>
            <p:cNvSpPr/>
            <p:nvPr/>
          </p:nvSpPr>
          <p:spPr>
            <a:xfrm rot="5400000" flipV="1">
              <a:off x="3782880" y="5004720"/>
              <a:ext cx="1723680" cy="150120"/>
            </a:xfrm>
            <a:custGeom>
              <a:avLst/>
              <a:gdLst>
                <a:gd name="textAreaLeft" fmla="*/ 0 w 1723680"/>
                <a:gd name="textAreaRight" fmla="*/ 1724040 w 1723680"/>
                <a:gd name="textAreaTop" fmla="*/ -360 h 150120"/>
                <a:gd name="textAreaBottom" fmla="*/ 150120 h 150120"/>
              </a:gdLst>
              <a:ahLst/>
              <a:cxnLst/>
              <a:rect l="textAreaLeft" t="textAreaTop" r="textAreaRight" b="textAreaBottom"/>
              <a:pathLst>
                <a:path w="55332" h="4834" fill="none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240" bIns="75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639" name="Google Shape;2709;p34"/>
            <p:cNvSpPr/>
            <p:nvPr/>
          </p:nvSpPr>
          <p:spPr>
            <a:xfrm rot="5400000" flipV="1">
              <a:off x="4423680" y="47156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360 h 91440"/>
                <a:gd name="textAreaBottom" fmla="*/ 9216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640" name="Google Shape;2710;p34"/>
            <p:cNvSpPr/>
            <p:nvPr/>
          </p:nvSpPr>
          <p:spPr>
            <a:xfrm rot="5400000" flipV="1">
              <a:off x="4448160" y="473976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-360 h 42120"/>
                <a:gd name="textAreaBottom" fmla="*/ 42120 h 42120"/>
              </a:gdLst>
              <a:ahLst/>
              <a:cxnLst/>
              <a:rect l="textAreaLeft" t="textAreaTop" r="textAreaRight" b="textAreaBottom"/>
              <a:pathLst>
                <a:path w="1389" h="1364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641" name="Google Shape;2711;p34"/>
            <p:cNvSpPr/>
            <p:nvPr/>
          </p:nvSpPr>
          <p:spPr>
            <a:xfrm rot="5400000" flipV="1">
              <a:off x="4523400" y="411948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360 h 91440"/>
                <a:gd name="textAreaBottom" fmla="*/ 9216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642" name="Google Shape;2712;p34"/>
            <p:cNvSpPr/>
            <p:nvPr/>
          </p:nvSpPr>
          <p:spPr>
            <a:xfrm rot="5400000" flipV="1">
              <a:off x="4547520" y="414360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-360 h 42120"/>
                <a:gd name="textAreaBottom" fmla="*/ 4212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643" name="Google Shape;2713;p34"/>
            <p:cNvSpPr/>
            <p:nvPr/>
          </p:nvSpPr>
          <p:spPr>
            <a:xfrm rot="5400000" flipV="1">
              <a:off x="3990240" y="5286240"/>
              <a:ext cx="1134360" cy="174960"/>
            </a:xfrm>
            <a:custGeom>
              <a:avLst/>
              <a:gdLst>
                <a:gd name="textAreaLeft" fmla="*/ 0 w 1134360"/>
                <a:gd name="textAreaRight" fmla="*/ 1134720 w 1134360"/>
                <a:gd name="textAreaTop" fmla="*/ 360 h 174960"/>
                <a:gd name="textAreaBottom" fmla="*/ 175680 h 174960"/>
              </a:gdLst>
              <a:ahLst/>
              <a:cxnLst/>
              <a:rect l="textAreaLeft" t="textAreaTop" r="textAreaRight" b="textAreaBottom"/>
              <a:pathLst>
                <a:path w="36417" h="5628" fill="none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7480" bIns="87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  <p:grpSp>
        <p:nvGrpSpPr>
          <p:cNvPr id="2644" name="Google Shape;2714;p34"/>
          <p:cNvGrpSpPr/>
          <p:nvPr/>
        </p:nvGrpSpPr>
        <p:grpSpPr>
          <a:xfrm>
            <a:off x="2194920" y="779040"/>
            <a:ext cx="552600" cy="98640"/>
            <a:chOff x="2194920" y="779040"/>
            <a:chExt cx="552600" cy="98640"/>
          </a:xfrm>
        </p:grpSpPr>
        <p:sp>
          <p:nvSpPr>
            <p:cNvPr id="2645" name="Google Shape;2715;p34"/>
            <p:cNvSpPr/>
            <p:nvPr/>
          </p:nvSpPr>
          <p:spPr>
            <a:xfrm rot="5400000">
              <a:off x="2648880" y="77904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w="3174" h="3174" fill="none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9320" bIns="49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646" name="Google Shape;2716;p34"/>
            <p:cNvSpPr/>
            <p:nvPr/>
          </p:nvSpPr>
          <p:spPr>
            <a:xfrm rot="5400000">
              <a:off x="2675160" y="80604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647" name="Google Shape;2717;p34"/>
            <p:cNvSpPr/>
            <p:nvPr/>
          </p:nvSpPr>
          <p:spPr>
            <a:xfrm rot="5400000">
              <a:off x="2194920" y="78228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648" name="Google Shape;2718;p34"/>
            <p:cNvSpPr/>
            <p:nvPr/>
          </p:nvSpPr>
          <p:spPr>
            <a:xfrm rot="5400000">
              <a:off x="2218680" y="80604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649" name="Google Shape;2719;p34"/>
            <p:cNvSpPr/>
            <p:nvPr/>
          </p:nvSpPr>
          <p:spPr>
            <a:xfrm rot="5400000">
              <a:off x="2470680" y="64332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w="1" h="11504" fill="none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  <p:grpSp>
        <p:nvGrpSpPr>
          <p:cNvPr id="2650" name="Google Shape;2720;p34"/>
          <p:cNvGrpSpPr/>
          <p:nvPr/>
        </p:nvGrpSpPr>
        <p:grpSpPr>
          <a:xfrm>
            <a:off x="4505040" y="564480"/>
            <a:ext cx="1105920" cy="133920"/>
            <a:chOff x="4505040" y="564480"/>
            <a:chExt cx="1105920" cy="133920"/>
          </a:xfrm>
        </p:grpSpPr>
        <p:grpSp>
          <p:nvGrpSpPr>
            <p:cNvPr id="2651" name="Google Shape;2721;p34"/>
            <p:cNvGrpSpPr/>
            <p:nvPr/>
          </p:nvGrpSpPr>
          <p:grpSpPr>
            <a:xfrm>
              <a:off x="4505040" y="647640"/>
              <a:ext cx="883080" cy="50760"/>
              <a:chOff x="4505040" y="647640"/>
              <a:chExt cx="883080" cy="50760"/>
            </a:xfrm>
          </p:grpSpPr>
          <p:sp>
            <p:nvSpPr>
              <p:cNvPr id="2652" name="Google Shape;2722;p34"/>
              <p:cNvSpPr/>
              <p:nvPr/>
            </p:nvSpPr>
            <p:spPr>
              <a:xfrm>
                <a:off x="4505040" y="647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653" name="Google Shape;2723;p34"/>
              <p:cNvSpPr/>
              <p:nvPr/>
            </p:nvSpPr>
            <p:spPr>
              <a:xfrm>
                <a:off x="4597560" y="647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654" name="Google Shape;2724;p34"/>
              <p:cNvSpPr/>
              <p:nvPr/>
            </p:nvSpPr>
            <p:spPr>
              <a:xfrm>
                <a:off x="4690080" y="647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655" name="Google Shape;2725;p34"/>
              <p:cNvSpPr/>
              <p:nvPr/>
            </p:nvSpPr>
            <p:spPr>
              <a:xfrm>
                <a:off x="4782600" y="647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656" name="Google Shape;2726;p34"/>
              <p:cNvSpPr/>
              <p:nvPr/>
            </p:nvSpPr>
            <p:spPr>
              <a:xfrm>
                <a:off x="4875120" y="647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657" name="Google Shape;2727;p34"/>
              <p:cNvSpPr/>
              <p:nvPr/>
            </p:nvSpPr>
            <p:spPr>
              <a:xfrm>
                <a:off x="4967640" y="647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658" name="Google Shape;2728;p34"/>
              <p:cNvSpPr/>
              <p:nvPr/>
            </p:nvSpPr>
            <p:spPr>
              <a:xfrm>
                <a:off x="5060160" y="647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659" name="Google Shape;2729;p34"/>
              <p:cNvSpPr/>
              <p:nvPr/>
            </p:nvSpPr>
            <p:spPr>
              <a:xfrm>
                <a:off x="5152320" y="647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660" name="Google Shape;2730;p34"/>
              <p:cNvSpPr/>
              <p:nvPr/>
            </p:nvSpPr>
            <p:spPr>
              <a:xfrm>
                <a:off x="5244840" y="647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661" name="Google Shape;2731;p34"/>
              <p:cNvSpPr/>
              <p:nvPr/>
            </p:nvSpPr>
            <p:spPr>
              <a:xfrm>
                <a:off x="5337360" y="647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2662" name="Google Shape;2732;p34"/>
            <p:cNvGrpSpPr/>
            <p:nvPr/>
          </p:nvGrpSpPr>
          <p:grpSpPr>
            <a:xfrm>
              <a:off x="4727880" y="564480"/>
              <a:ext cx="883080" cy="50760"/>
              <a:chOff x="4727880" y="564480"/>
              <a:chExt cx="883080" cy="50760"/>
            </a:xfrm>
          </p:grpSpPr>
          <p:sp>
            <p:nvSpPr>
              <p:cNvPr id="2663" name="Google Shape;2733;p34"/>
              <p:cNvSpPr/>
              <p:nvPr/>
            </p:nvSpPr>
            <p:spPr>
              <a:xfrm>
                <a:off x="4727880" y="564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664" name="Google Shape;2734;p34"/>
              <p:cNvSpPr/>
              <p:nvPr/>
            </p:nvSpPr>
            <p:spPr>
              <a:xfrm>
                <a:off x="4820400" y="564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665" name="Google Shape;2735;p34"/>
              <p:cNvSpPr/>
              <p:nvPr/>
            </p:nvSpPr>
            <p:spPr>
              <a:xfrm>
                <a:off x="4912920" y="564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666" name="Google Shape;2736;p34"/>
              <p:cNvSpPr/>
              <p:nvPr/>
            </p:nvSpPr>
            <p:spPr>
              <a:xfrm>
                <a:off x="5005440" y="564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667" name="Google Shape;2737;p34"/>
              <p:cNvSpPr/>
              <p:nvPr/>
            </p:nvSpPr>
            <p:spPr>
              <a:xfrm>
                <a:off x="5097600" y="564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668" name="Google Shape;2738;p34"/>
              <p:cNvSpPr/>
              <p:nvPr/>
            </p:nvSpPr>
            <p:spPr>
              <a:xfrm>
                <a:off x="5190120" y="564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669" name="Google Shape;2739;p34"/>
              <p:cNvSpPr/>
              <p:nvPr/>
            </p:nvSpPr>
            <p:spPr>
              <a:xfrm>
                <a:off x="5282640" y="564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670" name="Google Shape;2740;p34"/>
              <p:cNvSpPr/>
              <p:nvPr/>
            </p:nvSpPr>
            <p:spPr>
              <a:xfrm>
                <a:off x="5375160" y="564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671" name="Google Shape;2741;p34"/>
              <p:cNvSpPr/>
              <p:nvPr/>
            </p:nvSpPr>
            <p:spPr>
              <a:xfrm>
                <a:off x="5467680" y="564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672" name="Google Shape;2742;p34"/>
              <p:cNvSpPr/>
              <p:nvPr/>
            </p:nvSpPr>
            <p:spPr>
              <a:xfrm>
                <a:off x="5560200" y="564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grpSp>
        <p:nvGrpSpPr>
          <p:cNvPr id="2673" name="Google Shape;2743;p34"/>
          <p:cNvGrpSpPr/>
          <p:nvPr/>
        </p:nvGrpSpPr>
        <p:grpSpPr>
          <a:xfrm>
            <a:off x="5447160" y="4536000"/>
            <a:ext cx="1252800" cy="50760"/>
            <a:chOff x="5447160" y="4536000"/>
            <a:chExt cx="1252800" cy="50760"/>
          </a:xfrm>
        </p:grpSpPr>
        <p:sp>
          <p:nvSpPr>
            <p:cNvPr id="2674" name="Google Shape;2744;p34"/>
            <p:cNvSpPr/>
            <p:nvPr/>
          </p:nvSpPr>
          <p:spPr>
            <a:xfrm>
              <a:off x="544716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675" name="Google Shape;2745;p34"/>
            <p:cNvSpPr/>
            <p:nvPr/>
          </p:nvSpPr>
          <p:spPr>
            <a:xfrm>
              <a:off x="553968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676" name="Google Shape;2746;p34"/>
            <p:cNvSpPr/>
            <p:nvPr/>
          </p:nvSpPr>
          <p:spPr>
            <a:xfrm>
              <a:off x="563220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677" name="Google Shape;2747;p34"/>
            <p:cNvSpPr/>
            <p:nvPr/>
          </p:nvSpPr>
          <p:spPr>
            <a:xfrm>
              <a:off x="572472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678" name="Google Shape;2748;p34"/>
            <p:cNvSpPr/>
            <p:nvPr/>
          </p:nvSpPr>
          <p:spPr>
            <a:xfrm>
              <a:off x="581724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679" name="Google Shape;2749;p34"/>
            <p:cNvSpPr/>
            <p:nvPr/>
          </p:nvSpPr>
          <p:spPr>
            <a:xfrm>
              <a:off x="590976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680" name="Google Shape;2750;p34"/>
            <p:cNvSpPr/>
            <p:nvPr/>
          </p:nvSpPr>
          <p:spPr>
            <a:xfrm>
              <a:off x="600228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681" name="Google Shape;2751;p34"/>
            <p:cNvSpPr/>
            <p:nvPr/>
          </p:nvSpPr>
          <p:spPr>
            <a:xfrm>
              <a:off x="609444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682" name="Google Shape;2752;p34"/>
            <p:cNvSpPr/>
            <p:nvPr/>
          </p:nvSpPr>
          <p:spPr>
            <a:xfrm>
              <a:off x="618696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683" name="Google Shape;2753;p34"/>
            <p:cNvSpPr/>
            <p:nvPr/>
          </p:nvSpPr>
          <p:spPr>
            <a:xfrm>
              <a:off x="627948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684" name="Google Shape;2754;p34"/>
            <p:cNvSpPr/>
            <p:nvPr/>
          </p:nvSpPr>
          <p:spPr>
            <a:xfrm>
              <a:off x="637200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685" name="Google Shape;2755;p34"/>
            <p:cNvSpPr/>
            <p:nvPr/>
          </p:nvSpPr>
          <p:spPr>
            <a:xfrm>
              <a:off x="646452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686" name="Google Shape;2756;p34"/>
            <p:cNvSpPr/>
            <p:nvPr/>
          </p:nvSpPr>
          <p:spPr>
            <a:xfrm>
              <a:off x="655668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687" name="Google Shape;2757;p34"/>
            <p:cNvSpPr/>
            <p:nvPr/>
          </p:nvSpPr>
          <p:spPr>
            <a:xfrm>
              <a:off x="664920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2E35EC6E-A31A-488B-53BE-9FF9A2E6AE26}"/>
              </a:ext>
            </a:extLst>
          </p:cNvPr>
          <p:cNvSpPr txBox="1"/>
          <p:nvPr/>
        </p:nvSpPr>
        <p:spPr>
          <a:xfrm>
            <a:off x="5312340" y="4217428"/>
            <a:ext cx="2355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 21 FEB 2026</a:t>
            </a:r>
            <a:endParaRPr lang="en-IN" dirty="0">
              <a:latin typeface="Bahnschrift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F1033B-601E-A903-38F0-5D37F2DE24F7}"/>
              </a:ext>
            </a:extLst>
          </p:cNvPr>
          <p:cNvSpPr txBox="1"/>
          <p:nvPr/>
        </p:nvSpPr>
        <p:spPr>
          <a:xfrm>
            <a:off x="973914" y="2921440"/>
            <a:ext cx="317706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3"/>
                </a:solidFill>
                <a:latin typeface="Bahnschrift" panose="020B0502040204020203" pitchFamily="34" charset="0"/>
              </a:rPr>
              <a:t>Presented By</a:t>
            </a:r>
          </a:p>
          <a:p>
            <a:r>
              <a:rPr lang="en-IN" dirty="0">
                <a:latin typeface="Bahnschrift" panose="020B0502040204020203" pitchFamily="34" charset="0"/>
              </a:rPr>
              <a:t>KISHORE KUMAR S                     </a:t>
            </a:r>
            <a:r>
              <a:rPr lang="en-IN" dirty="0">
                <a:solidFill>
                  <a:schemeClr val="tx2">
                    <a:lumMod val="40000"/>
                    <a:lumOff val="60000"/>
                  </a:schemeClr>
                </a:solidFill>
                <a:latin typeface="Bahnschrift" panose="020B0502040204020203" pitchFamily="34" charset="0"/>
              </a:rPr>
              <a:t>SELVAGANAPATHY R</a:t>
            </a:r>
          </a:p>
          <a:p>
            <a:r>
              <a:rPr lang="en-IN" dirty="0">
                <a:solidFill>
                  <a:schemeClr val="tx2">
                    <a:lumMod val="40000"/>
                    <a:lumOff val="60000"/>
                  </a:schemeClr>
                </a:solidFill>
                <a:latin typeface="Bahnschrift" panose="020B0502040204020203" pitchFamily="34" charset="0"/>
              </a:rPr>
              <a:t>SRIRAJ P</a:t>
            </a:r>
          </a:p>
          <a:p>
            <a:r>
              <a:rPr lang="en-IN" dirty="0">
                <a:solidFill>
                  <a:schemeClr val="tx2">
                    <a:lumMod val="40000"/>
                    <a:lumOff val="60000"/>
                  </a:schemeClr>
                </a:solidFill>
                <a:latin typeface="Bahnschrift" panose="020B0502040204020203" pitchFamily="34" charset="0"/>
              </a:rPr>
              <a:t>SIVAPRIYA V</a:t>
            </a:r>
          </a:p>
          <a:p>
            <a:r>
              <a:rPr lang="en-IN" dirty="0">
                <a:solidFill>
                  <a:schemeClr val="tx2">
                    <a:lumMod val="40000"/>
                    <a:lumOff val="60000"/>
                  </a:schemeClr>
                </a:solidFill>
                <a:latin typeface="Bahnschrift" panose="020B0502040204020203" pitchFamily="34" charset="0"/>
              </a:rPr>
              <a:t>SARUMATHI S</a:t>
            </a:r>
            <a:r>
              <a:rPr lang="en-IN" dirty="0">
                <a:solidFill>
                  <a:schemeClr val="tx2">
                    <a:lumMod val="40000"/>
                    <a:lumOff val="60000"/>
                  </a:schemeClr>
                </a:solidFill>
              </a:rPr>
              <a:t>            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E5D19F-924F-B62B-CFCF-18FDA2AA656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734" y="99589"/>
            <a:ext cx="924282" cy="92428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3" name="PlaceHolder 1"/>
          <p:cNvSpPr>
            <a:spLocks noGrp="1"/>
          </p:cNvSpPr>
          <p:nvPr>
            <p:ph type="title" idx="4294967295"/>
          </p:nvPr>
        </p:nvSpPr>
        <p:spPr>
          <a:xfrm>
            <a:off x="686520" y="-237093"/>
            <a:ext cx="5829300" cy="1171575"/>
          </a:xfrm>
          <a:prstGeom prst="rect">
            <a:avLst/>
          </a:prstGeom>
          <a:noFill/>
          <a:ln w="0">
            <a:noFill/>
          </a:ln>
          <a:effectLst>
            <a:outerShdw blurRad="142920" rotWithShape="0">
              <a:srgbClr val="8FFFFF">
                <a:alpha val="40000"/>
              </a:srgbClr>
            </a:outerShdw>
          </a:effectLst>
        </p:spPr>
        <p:txBody>
          <a:bodyPr lIns="91440" tIns="91440" rIns="91440" bIns="91440" anchor="b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3200" b="1" strike="noStrike" spc="-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ea typeface="Exo"/>
                <a:cs typeface="Arial" panose="020B0604020202020204" pitchFamily="34" charset="0"/>
              </a:rPr>
              <a:t>EXISTING SYSTEMS</a:t>
            </a:r>
            <a:endParaRPr lang="fr-FR" sz="3200" b="0" strike="noStrike" spc="-1" dirty="0">
              <a:solidFill>
                <a:schemeClr val="accent5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805" name="Google Shape;2859;p38"/>
          <p:cNvGrpSpPr/>
          <p:nvPr/>
        </p:nvGrpSpPr>
        <p:grpSpPr>
          <a:xfrm>
            <a:off x="4130280" y="4335480"/>
            <a:ext cx="883080" cy="241560"/>
            <a:chOff x="4130280" y="4335480"/>
            <a:chExt cx="883080" cy="241560"/>
          </a:xfrm>
        </p:grpSpPr>
        <p:sp>
          <p:nvSpPr>
            <p:cNvPr id="2806" name="Google Shape;2860;p38"/>
            <p:cNvSpPr/>
            <p:nvPr/>
          </p:nvSpPr>
          <p:spPr>
            <a:xfrm flipH="1">
              <a:off x="4861440" y="4335480"/>
              <a:ext cx="151920" cy="241560"/>
            </a:xfrm>
            <a:custGeom>
              <a:avLst/>
              <a:gdLst>
                <a:gd name="textAreaLeft" fmla="*/ 360 w 151920"/>
                <a:gd name="textAreaRight" fmla="*/ 15264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807" name="Google Shape;2861;p38"/>
            <p:cNvSpPr/>
            <p:nvPr/>
          </p:nvSpPr>
          <p:spPr>
            <a:xfrm flipH="1">
              <a:off x="4715280" y="4335480"/>
              <a:ext cx="150480" cy="241560"/>
            </a:xfrm>
            <a:custGeom>
              <a:avLst/>
              <a:gdLst>
                <a:gd name="textAreaLeft" fmla="*/ 360 w 150480"/>
                <a:gd name="textAreaRight" fmla="*/ 15120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808" name="Google Shape;2862;p38"/>
            <p:cNvSpPr/>
            <p:nvPr/>
          </p:nvSpPr>
          <p:spPr>
            <a:xfrm flipH="1">
              <a:off x="4569120" y="4335480"/>
              <a:ext cx="150480" cy="241560"/>
            </a:xfrm>
            <a:custGeom>
              <a:avLst/>
              <a:gdLst>
                <a:gd name="textAreaLeft" fmla="*/ 360 w 150480"/>
                <a:gd name="textAreaRight" fmla="*/ 15120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809" name="Google Shape;2863;p38"/>
            <p:cNvSpPr/>
            <p:nvPr/>
          </p:nvSpPr>
          <p:spPr>
            <a:xfrm flipH="1">
              <a:off x="4422960" y="4335480"/>
              <a:ext cx="150480" cy="241560"/>
            </a:xfrm>
            <a:custGeom>
              <a:avLst/>
              <a:gdLst>
                <a:gd name="textAreaLeft" fmla="*/ 360 w 150480"/>
                <a:gd name="textAreaRight" fmla="*/ 15120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810" name="Google Shape;2864;p38"/>
            <p:cNvSpPr/>
            <p:nvPr/>
          </p:nvSpPr>
          <p:spPr>
            <a:xfrm flipH="1">
              <a:off x="4276440" y="4335480"/>
              <a:ext cx="150480" cy="241560"/>
            </a:xfrm>
            <a:custGeom>
              <a:avLst/>
              <a:gdLst>
                <a:gd name="textAreaLeft" fmla="*/ 360 w 150480"/>
                <a:gd name="textAreaRight" fmla="*/ 15120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811" name="Google Shape;2865;p38"/>
            <p:cNvSpPr/>
            <p:nvPr/>
          </p:nvSpPr>
          <p:spPr>
            <a:xfrm flipH="1">
              <a:off x="4130280" y="4335480"/>
              <a:ext cx="150480" cy="241560"/>
            </a:xfrm>
            <a:custGeom>
              <a:avLst/>
              <a:gdLst>
                <a:gd name="textAreaLeft" fmla="*/ 360 w 150480"/>
                <a:gd name="textAreaRight" fmla="*/ 15120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2812" name="Google Shape;2866;p38"/>
          <p:cNvGrpSpPr/>
          <p:nvPr/>
        </p:nvGrpSpPr>
        <p:grpSpPr>
          <a:xfrm>
            <a:off x="6397920" y="1075320"/>
            <a:ext cx="1252440" cy="50760"/>
            <a:chOff x="6397920" y="1075320"/>
            <a:chExt cx="1252440" cy="50760"/>
          </a:xfrm>
        </p:grpSpPr>
        <p:sp>
          <p:nvSpPr>
            <p:cNvPr id="2813" name="Google Shape;2867;p38"/>
            <p:cNvSpPr/>
            <p:nvPr/>
          </p:nvSpPr>
          <p:spPr>
            <a:xfrm>
              <a:off x="639792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814" name="Google Shape;2868;p38"/>
            <p:cNvSpPr/>
            <p:nvPr/>
          </p:nvSpPr>
          <p:spPr>
            <a:xfrm>
              <a:off x="649044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815" name="Google Shape;2869;p38"/>
            <p:cNvSpPr/>
            <p:nvPr/>
          </p:nvSpPr>
          <p:spPr>
            <a:xfrm>
              <a:off x="658296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816" name="Google Shape;2870;p38"/>
            <p:cNvSpPr/>
            <p:nvPr/>
          </p:nvSpPr>
          <p:spPr>
            <a:xfrm>
              <a:off x="667512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817" name="Google Shape;2871;p38"/>
            <p:cNvSpPr/>
            <p:nvPr/>
          </p:nvSpPr>
          <p:spPr>
            <a:xfrm>
              <a:off x="676764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818" name="Google Shape;2872;p38"/>
            <p:cNvSpPr/>
            <p:nvPr/>
          </p:nvSpPr>
          <p:spPr>
            <a:xfrm>
              <a:off x="686016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819" name="Google Shape;2873;p38"/>
            <p:cNvSpPr/>
            <p:nvPr/>
          </p:nvSpPr>
          <p:spPr>
            <a:xfrm>
              <a:off x="695268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820" name="Google Shape;2874;p38"/>
            <p:cNvSpPr/>
            <p:nvPr/>
          </p:nvSpPr>
          <p:spPr>
            <a:xfrm>
              <a:off x="704520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821" name="Google Shape;2875;p38"/>
            <p:cNvSpPr/>
            <p:nvPr/>
          </p:nvSpPr>
          <p:spPr>
            <a:xfrm>
              <a:off x="713772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822" name="Google Shape;2876;p38"/>
            <p:cNvSpPr/>
            <p:nvPr/>
          </p:nvSpPr>
          <p:spPr>
            <a:xfrm>
              <a:off x="723024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823" name="Google Shape;2877;p38"/>
            <p:cNvSpPr/>
            <p:nvPr/>
          </p:nvSpPr>
          <p:spPr>
            <a:xfrm>
              <a:off x="732240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824" name="Google Shape;2878;p38"/>
            <p:cNvSpPr/>
            <p:nvPr/>
          </p:nvSpPr>
          <p:spPr>
            <a:xfrm>
              <a:off x="741492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825" name="Google Shape;2879;p38"/>
            <p:cNvSpPr/>
            <p:nvPr/>
          </p:nvSpPr>
          <p:spPr>
            <a:xfrm>
              <a:off x="750744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826" name="Google Shape;2880;p38"/>
            <p:cNvSpPr/>
            <p:nvPr/>
          </p:nvSpPr>
          <p:spPr>
            <a:xfrm>
              <a:off x="759960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2827" name="Google Shape;2881;p38"/>
          <p:cNvGrpSpPr/>
          <p:nvPr/>
        </p:nvGrpSpPr>
        <p:grpSpPr>
          <a:xfrm>
            <a:off x="7595280" y="4215600"/>
            <a:ext cx="552600" cy="98640"/>
            <a:chOff x="7595280" y="4215600"/>
            <a:chExt cx="552600" cy="98640"/>
          </a:xfrm>
        </p:grpSpPr>
        <p:sp>
          <p:nvSpPr>
            <p:cNvPr id="2828" name="Google Shape;2882;p38"/>
            <p:cNvSpPr/>
            <p:nvPr/>
          </p:nvSpPr>
          <p:spPr>
            <a:xfrm rot="5400000">
              <a:off x="8049240" y="421560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w="3174" h="3174" fill="none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9320" bIns="49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829" name="Google Shape;2883;p38"/>
            <p:cNvSpPr/>
            <p:nvPr/>
          </p:nvSpPr>
          <p:spPr>
            <a:xfrm rot="5400000">
              <a:off x="8075880" y="424260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830" name="Google Shape;2884;p38"/>
            <p:cNvSpPr/>
            <p:nvPr/>
          </p:nvSpPr>
          <p:spPr>
            <a:xfrm rot="5400000">
              <a:off x="7595280" y="42188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831" name="Google Shape;2885;p38"/>
            <p:cNvSpPr/>
            <p:nvPr/>
          </p:nvSpPr>
          <p:spPr>
            <a:xfrm rot="5400000">
              <a:off x="7619400" y="424260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832" name="Google Shape;2886;p38"/>
            <p:cNvSpPr/>
            <p:nvPr/>
          </p:nvSpPr>
          <p:spPr>
            <a:xfrm rot="5400000">
              <a:off x="7871400" y="407988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w="1" h="11504" fill="none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  <p:grpSp>
        <p:nvGrpSpPr>
          <p:cNvPr id="2833" name="Google Shape;2887;p38"/>
          <p:cNvGrpSpPr/>
          <p:nvPr/>
        </p:nvGrpSpPr>
        <p:grpSpPr>
          <a:xfrm>
            <a:off x="1632240" y="4389480"/>
            <a:ext cx="1105560" cy="133560"/>
            <a:chOff x="1632240" y="4389480"/>
            <a:chExt cx="1105560" cy="133560"/>
          </a:xfrm>
        </p:grpSpPr>
        <p:grpSp>
          <p:nvGrpSpPr>
            <p:cNvPr id="2834" name="Google Shape;2888;p38"/>
            <p:cNvGrpSpPr/>
            <p:nvPr/>
          </p:nvGrpSpPr>
          <p:grpSpPr>
            <a:xfrm>
              <a:off x="1632240" y="4472280"/>
              <a:ext cx="882720" cy="50760"/>
              <a:chOff x="1632240" y="4472280"/>
              <a:chExt cx="882720" cy="50760"/>
            </a:xfrm>
          </p:grpSpPr>
          <p:sp>
            <p:nvSpPr>
              <p:cNvPr id="2835" name="Google Shape;2889;p38"/>
              <p:cNvSpPr/>
              <p:nvPr/>
            </p:nvSpPr>
            <p:spPr>
              <a:xfrm>
                <a:off x="163224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836" name="Google Shape;2890;p38"/>
              <p:cNvSpPr/>
              <p:nvPr/>
            </p:nvSpPr>
            <p:spPr>
              <a:xfrm>
                <a:off x="172440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837" name="Google Shape;2891;p38"/>
              <p:cNvSpPr/>
              <p:nvPr/>
            </p:nvSpPr>
            <p:spPr>
              <a:xfrm>
                <a:off x="181692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838" name="Google Shape;2892;p38"/>
              <p:cNvSpPr/>
              <p:nvPr/>
            </p:nvSpPr>
            <p:spPr>
              <a:xfrm>
                <a:off x="190944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839" name="Google Shape;2893;p38"/>
              <p:cNvSpPr/>
              <p:nvPr/>
            </p:nvSpPr>
            <p:spPr>
              <a:xfrm>
                <a:off x="200196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840" name="Google Shape;2894;p38"/>
              <p:cNvSpPr/>
              <p:nvPr/>
            </p:nvSpPr>
            <p:spPr>
              <a:xfrm>
                <a:off x="209448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841" name="Google Shape;2895;p38"/>
              <p:cNvSpPr/>
              <p:nvPr/>
            </p:nvSpPr>
            <p:spPr>
              <a:xfrm>
                <a:off x="218700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842" name="Google Shape;2896;p38"/>
              <p:cNvSpPr/>
              <p:nvPr/>
            </p:nvSpPr>
            <p:spPr>
              <a:xfrm>
                <a:off x="227952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843" name="Google Shape;2897;p38"/>
              <p:cNvSpPr/>
              <p:nvPr/>
            </p:nvSpPr>
            <p:spPr>
              <a:xfrm>
                <a:off x="237168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844" name="Google Shape;2898;p38"/>
              <p:cNvSpPr/>
              <p:nvPr/>
            </p:nvSpPr>
            <p:spPr>
              <a:xfrm>
                <a:off x="246420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2845" name="Google Shape;2899;p38"/>
            <p:cNvGrpSpPr/>
            <p:nvPr/>
          </p:nvGrpSpPr>
          <p:grpSpPr>
            <a:xfrm>
              <a:off x="1854720" y="4389480"/>
              <a:ext cx="883080" cy="50760"/>
              <a:chOff x="1854720" y="4389480"/>
              <a:chExt cx="883080" cy="50760"/>
            </a:xfrm>
          </p:grpSpPr>
          <p:sp>
            <p:nvSpPr>
              <p:cNvPr id="2846" name="Google Shape;2900;p38"/>
              <p:cNvSpPr/>
              <p:nvPr/>
            </p:nvSpPr>
            <p:spPr>
              <a:xfrm>
                <a:off x="185472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847" name="Google Shape;2901;p38"/>
              <p:cNvSpPr/>
              <p:nvPr/>
            </p:nvSpPr>
            <p:spPr>
              <a:xfrm>
                <a:off x="194724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848" name="Google Shape;2902;p38"/>
              <p:cNvSpPr/>
              <p:nvPr/>
            </p:nvSpPr>
            <p:spPr>
              <a:xfrm>
                <a:off x="203976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849" name="Google Shape;2903;p38"/>
              <p:cNvSpPr/>
              <p:nvPr/>
            </p:nvSpPr>
            <p:spPr>
              <a:xfrm>
                <a:off x="213228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850" name="Google Shape;2904;p38"/>
              <p:cNvSpPr/>
              <p:nvPr/>
            </p:nvSpPr>
            <p:spPr>
              <a:xfrm>
                <a:off x="222480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851" name="Google Shape;2905;p38"/>
              <p:cNvSpPr/>
              <p:nvPr/>
            </p:nvSpPr>
            <p:spPr>
              <a:xfrm>
                <a:off x="231732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852" name="Google Shape;2906;p38"/>
              <p:cNvSpPr/>
              <p:nvPr/>
            </p:nvSpPr>
            <p:spPr>
              <a:xfrm>
                <a:off x="240948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853" name="Google Shape;2907;p38"/>
              <p:cNvSpPr/>
              <p:nvPr/>
            </p:nvSpPr>
            <p:spPr>
              <a:xfrm>
                <a:off x="250200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854" name="Google Shape;2908;p38"/>
              <p:cNvSpPr/>
              <p:nvPr/>
            </p:nvSpPr>
            <p:spPr>
              <a:xfrm>
                <a:off x="259452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855" name="Google Shape;2909;p38"/>
              <p:cNvSpPr/>
              <p:nvPr/>
            </p:nvSpPr>
            <p:spPr>
              <a:xfrm>
                <a:off x="268704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935114D7-5755-D29B-1585-69193ADE45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2276" y="617764"/>
            <a:ext cx="5935567" cy="3724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</a:rPr>
              <a:t>Current System Overview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Types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Ground-based robots (autonomous/semi-autonomous)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Key Features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Sensors (IR, thermal, gas), cameras, fire extinguishing units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Applications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Hazardous environments (factories, tunnels, etc.)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Control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Remote-controlled or basic AI navigation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</a:rPr>
              <a:t>Challenges / Limitations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Navigation Issues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Difficulty in smoke-filled or debris-heavy areas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Sensor Limitations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Impaired by heat, smoke, and low visibility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Limited Autonomy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Relies on human control in complex scenarios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Power Constraints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Short battery life and limited terrain capability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Communication Gaps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Signal loss in enclosed/fire-prone zones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High Costs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Expensive to build, maintain, and deploy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D3469A1-E5CB-49AA-7379-C1815BD86C8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734" y="99589"/>
            <a:ext cx="924282" cy="92428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6" name="PlaceHolder 1"/>
          <p:cNvSpPr>
            <a:spLocks noGrp="1"/>
          </p:cNvSpPr>
          <p:nvPr>
            <p:ph type="title" idx="4294967295"/>
          </p:nvPr>
        </p:nvSpPr>
        <p:spPr>
          <a:xfrm>
            <a:off x="996592" y="72270"/>
            <a:ext cx="5729288" cy="785812"/>
          </a:xfrm>
          <a:prstGeom prst="rect">
            <a:avLst/>
          </a:prstGeom>
          <a:noFill/>
          <a:ln w="0">
            <a:noFill/>
          </a:ln>
          <a:effectLst>
            <a:outerShdw blurRad="142920" rotWithShape="0">
              <a:srgbClr val="8FFFFF">
                <a:alpha val="40000"/>
              </a:srgbClr>
            </a:outerShdw>
          </a:effectLst>
        </p:spPr>
        <p:txBody>
          <a:bodyPr lIns="91440" tIns="91440" rIns="91440" bIns="91440" anchor="b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3200" b="1" strike="noStrike" spc="-1" dirty="0">
                <a:solidFill>
                  <a:schemeClr val="accent5">
                    <a:lumMod val="20000"/>
                    <a:lumOff val="80000"/>
                  </a:schemeClr>
                </a:solidFill>
                <a:latin typeface="Exo"/>
                <a:ea typeface="Exo"/>
              </a:rPr>
              <a:t>PROPOSED </a:t>
            </a:r>
            <a:r>
              <a:rPr lang="en" sz="3200" b="1" spc="-1" dirty="0">
                <a:solidFill>
                  <a:schemeClr val="accent5">
                    <a:lumMod val="20000"/>
                    <a:lumOff val="80000"/>
                  </a:schemeClr>
                </a:solidFill>
                <a:latin typeface="Exo"/>
                <a:ea typeface="Exo"/>
              </a:rPr>
              <a:t>SYSTEM</a:t>
            </a:r>
            <a:endParaRPr lang="fr-FR" sz="3200" b="0" strike="noStrike" spc="-1" dirty="0">
              <a:solidFill>
                <a:schemeClr val="accent5">
                  <a:lumMod val="20000"/>
                  <a:lumOff val="80000"/>
                </a:schemeClr>
              </a:solidFill>
              <a:latin typeface="Arial"/>
            </a:endParaRPr>
          </a:p>
        </p:txBody>
      </p:sp>
      <p:grpSp>
        <p:nvGrpSpPr>
          <p:cNvPr id="2858" name="Google Shape;2859;p38"/>
          <p:cNvGrpSpPr/>
          <p:nvPr/>
        </p:nvGrpSpPr>
        <p:grpSpPr>
          <a:xfrm>
            <a:off x="4202819" y="4696084"/>
            <a:ext cx="883080" cy="241560"/>
            <a:chOff x="4130280" y="4335480"/>
            <a:chExt cx="883080" cy="241560"/>
          </a:xfrm>
        </p:grpSpPr>
        <p:sp>
          <p:nvSpPr>
            <p:cNvPr id="2859" name="Google Shape;2860;p38"/>
            <p:cNvSpPr/>
            <p:nvPr/>
          </p:nvSpPr>
          <p:spPr>
            <a:xfrm flipH="1">
              <a:off x="4861440" y="4335480"/>
              <a:ext cx="151920" cy="241560"/>
            </a:xfrm>
            <a:custGeom>
              <a:avLst/>
              <a:gdLst>
                <a:gd name="textAreaLeft" fmla="*/ 360 w 151920"/>
                <a:gd name="textAreaRight" fmla="*/ 15264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860" name="Google Shape;2861;p38"/>
            <p:cNvSpPr/>
            <p:nvPr/>
          </p:nvSpPr>
          <p:spPr>
            <a:xfrm flipH="1">
              <a:off x="4715280" y="4335480"/>
              <a:ext cx="150480" cy="241560"/>
            </a:xfrm>
            <a:custGeom>
              <a:avLst/>
              <a:gdLst>
                <a:gd name="textAreaLeft" fmla="*/ 360 w 150480"/>
                <a:gd name="textAreaRight" fmla="*/ 15120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861" name="Google Shape;2862;p38"/>
            <p:cNvSpPr/>
            <p:nvPr/>
          </p:nvSpPr>
          <p:spPr>
            <a:xfrm flipH="1">
              <a:off x="4569120" y="4335480"/>
              <a:ext cx="150480" cy="241560"/>
            </a:xfrm>
            <a:custGeom>
              <a:avLst/>
              <a:gdLst>
                <a:gd name="textAreaLeft" fmla="*/ 360 w 150480"/>
                <a:gd name="textAreaRight" fmla="*/ 15120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862" name="Google Shape;2863;p38"/>
            <p:cNvSpPr/>
            <p:nvPr/>
          </p:nvSpPr>
          <p:spPr>
            <a:xfrm flipH="1">
              <a:off x="4422960" y="4335480"/>
              <a:ext cx="150480" cy="241560"/>
            </a:xfrm>
            <a:custGeom>
              <a:avLst/>
              <a:gdLst>
                <a:gd name="textAreaLeft" fmla="*/ 360 w 150480"/>
                <a:gd name="textAreaRight" fmla="*/ 15120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863" name="Google Shape;2864;p38"/>
            <p:cNvSpPr/>
            <p:nvPr/>
          </p:nvSpPr>
          <p:spPr>
            <a:xfrm flipH="1">
              <a:off x="4276440" y="4335480"/>
              <a:ext cx="150480" cy="241560"/>
            </a:xfrm>
            <a:custGeom>
              <a:avLst/>
              <a:gdLst>
                <a:gd name="textAreaLeft" fmla="*/ 360 w 150480"/>
                <a:gd name="textAreaRight" fmla="*/ 15120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864" name="Google Shape;2865;p38"/>
            <p:cNvSpPr/>
            <p:nvPr/>
          </p:nvSpPr>
          <p:spPr>
            <a:xfrm flipH="1">
              <a:off x="4130280" y="4335480"/>
              <a:ext cx="150480" cy="241560"/>
            </a:xfrm>
            <a:custGeom>
              <a:avLst/>
              <a:gdLst>
                <a:gd name="textAreaLeft" fmla="*/ 360 w 150480"/>
                <a:gd name="textAreaRight" fmla="*/ 15120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2865" name="Google Shape;2866;p38"/>
          <p:cNvGrpSpPr/>
          <p:nvPr/>
        </p:nvGrpSpPr>
        <p:grpSpPr>
          <a:xfrm>
            <a:off x="6397920" y="1075320"/>
            <a:ext cx="1252440" cy="50760"/>
            <a:chOff x="6397920" y="1075320"/>
            <a:chExt cx="1252440" cy="50760"/>
          </a:xfrm>
        </p:grpSpPr>
        <p:sp>
          <p:nvSpPr>
            <p:cNvPr id="2866" name="Google Shape;2867;p38"/>
            <p:cNvSpPr/>
            <p:nvPr/>
          </p:nvSpPr>
          <p:spPr>
            <a:xfrm>
              <a:off x="639792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867" name="Google Shape;2868;p38"/>
            <p:cNvSpPr/>
            <p:nvPr/>
          </p:nvSpPr>
          <p:spPr>
            <a:xfrm>
              <a:off x="649044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868" name="Google Shape;2869;p38"/>
            <p:cNvSpPr/>
            <p:nvPr/>
          </p:nvSpPr>
          <p:spPr>
            <a:xfrm>
              <a:off x="658296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869" name="Google Shape;2870;p38"/>
            <p:cNvSpPr/>
            <p:nvPr/>
          </p:nvSpPr>
          <p:spPr>
            <a:xfrm>
              <a:off x="667512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870" name="Google Shape;2871;p38"/>
            <p:cNvSpPr/>
            <p:nvPr/>
          </p:nvSpPr>
          <p:spPr>
            <a:xfrm>
              <a:off x="676764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871" name="Google Shape;2872;p38"/>
            <p:cNvSpPr/>
            <p:nvPr/>
          </p:nvSpPr>
          <p:spPr>
            <a:xfrm>
              <a:off x="686016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872" name="Google Shape;2873;p38"/>
            <p:cNvSpPr/>
            <p:nvPr/>
          </p:nvSpPr>
          <p:spPr>
            <a:xfrm>
              <a:off x="695268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873" name="Google Shape;2874;p38"/>
            <p:cNvSpPr/>
            <p:nvPr/>
          </p:nvSpPr>
          <p:spPr>
            <a:xfrm>
              <a:off x="704520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874" name="Google Shape;2875;p38"/>
            <p:cNvSpPr/>
            <p:nvPr/>
          </p:nvSpPr>
          <p:spPr>
            <a:xfrm>
              <a:off x="713772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875" name="Google Shape;2876;p38"/>
            <p:cNvSpPr/>
            <p:nvPr/>
          </p:nvSpPr>
          <p:spPr>
            <a:xfrm>
              <a:off x="723024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876" name="Google Shape;2877;p38"/>
            <p:cNvSpPr/>
            <p:nvPr/>
          </p:nvSpPr>
          <p:spPr>
            <a:xfrm>
              <a:off x="732240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877" name="Google Shape;2878;p38"/>
            <p:cNvSpPr/>
            <p:nvPr/>
          </p:nvSpPr>
          <p:spPr>
            <a:xfrm>
              <a:off x="741492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878" name="Google Shape;2879;p38"/>
            <p:cNvSpPr/>
            <p:nvPr/>
          </p:nvSpPr>
          <p:spPr>
            <a:xfrm>
              <a:off x="750744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879" name="Google Shape;2880;p38"/>
            <p:cNvSpPr/>
            <p:nvPr/>
          </p:nvSpPr>
          <p:spPr>
            <a:xfrm>
              <a:off x="759960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2880" name="Google Shape;2881;p38"/>
          <p:cNvGrpSpPr/>
          <p:nvPr/>
        </p:nvGrpSpPr>
        <p:grpSpPr>
          <a:xfrm>
            <a:off x="7532820" y="4732305"/>
            <a:ext cx="552600" cy="98640"/>
            <a:chOff x="7595280" y="4215600"/>
            <a:chExt cx="552600" cy="98640"/>
          </a:xfrm>
        </p:grpSpPr>
        <p:sp>
          <p:nvSpPr>
            <p:cNvPr id="2881" name="Google Shape;2882;p38"/>
            <p:cNvSpPr/>
            <p:nvPr/>
          </p:nvSpPr>
          <p:spPr>
            <a:xfrm rot="5400000">
              <a:off x="8049240" y="421560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w="3174" h="3174" fill="none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9320" bIns="49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882" name="Google Shape;2883;p38"/>
            <p:cNvSpPr/>
            <p:nvPr/>
          </p:nvSpPr>
          <p:spPr>
            <a:xfrm rot="5400000">
              <a:off x="8075880" y="424260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883" name="Google Shape;2884;p38"/>
            <p:cNvSpPr/>
            <p:nvPr/>
          </p:nvSpPr>
          <p:spPr>
            <a:xfrm rot="5400000">
              <a:off x="7595280" y="42188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884" name="Google Shape;2885;p38"/>
            <p:cNvSpPr/>
            <p:nvPr/>
          </p:nvSpPr>
          <p:spPr>
            <a:xfrm rot="5400000">
              <a:off x="7619400" y="424260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885" name="Google Shape;2886;p38"/>
            <p:cNvSpPr/>
            <p:nvPr/>
          </p:nvSpPr>
          <p:spPr>
            <a:xfrm rot="5400000">
              <a:off x="7871400" y="407988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w="1" h="11504" fill="none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  <p:grpSp>
        <p:nvGrpSpPr>
          <p:cNvPr id="2886" name="Google Shape;2887;p38"/>
          <p:cNvGrpSpPr/>
          <p:nvPr/>
        </p:nvGrpSpPr>
        <p:grpSpPr>
          <a:xfrm>
            <a:off x="1691713" y="4683304"/>
            <a:ext cx="1105560" cy="133560"/>
            <a:chOff x="1632240" y="4389480"/>
            <a:chExt cx="1105560" cy="133560"/>
          </a:xfrm>
        </p:grpSpPr>
        <p:grpSp>
          <p:nvGrpSpPr>
            <p:cNvPr id="2887" name="Google Shape;2888;p38"/>
            <p:cNvGrpSpPr/>
            <p:nvPr/>
          </p:nvGrpSpPr>
          <p:grpSpPr>
            <a:xfrm>
              <a:off x="1632240" y="4472280"/>
              <a:ext cx="882720" cy="50760"/>
              <a:chOff x="1632240" y="4472280"/>
              <a:chExt cx="882720" cy="50760"/>
            </a:xfrm>
          </p:grpSpPr>
          <p:sp>
            <p:nvSpPr>
              <p:cNvPr id="2888" name="Google Shape;2889;p38"/>
              <p:cNvSpPr/>
              <p:nvPr/>
            </p:nvSpPr>
            <p:spPr>
              <a:xfrm>
                <a:off x="163224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889" name="Google Shape;2890;p38"/>
              <p:cNvSpPr/>
              <p:nvPr/>
            </p:nvSpPr>
            <p:spPr>
              <a:xfrm>
                <a:off x="172440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890" name="Google Shape;2891;p38"/>
              <p:cNvSpPr/>
              <p:nvPr/>
            </p:nvSpPr>
            <p:spPr>
              <a:xfrm>
                <a:off x="181692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891" name="Google Shape;2892;p38"/>
              <p:cNvSpPr/>
              <p:nvPr/>
            </p:nvSpPr>
            <p:spPr>
              <a:xfrm>
                <a:off x="190944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892" name="Google Shape;2893;p38"/>
              <p:cNvSpPr/>
              <p:nvPr/>
            </p:nvSpPr>
            <p:spPr>
              <a:xfrm>
                <a:off x="200196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893" name="Google Shape;2894;p38"/>
              <p:cNvSpPr/>
              <p:nvPr/>
            </p:nvSpPr>
            <p:spPr>
              <a:xfrm>
                <a:off x="209448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894" name="Google Shape;2895;p38"/>
              <p:cNvSpPr/>
              <p:nvPr/>
            </p:nvSpPr>
            <p:spPr>
              <a:xfrm>
                <a:off x="218700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895" name="Google Shape;2896;p38"/>
              <p:cNvSpPr/>
              <p:nvPr/>
            </p:nvSpPr>
            <p:spPr>
              <a:xfrm>
                <a:off x="227952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896" name="Google Shape;2897;p38"/>
              <p:cNvSpPr/>
              <p:nvPr/>
            </p:nvSpPr>
            <p:spPr>
              <a:xfrm>
                <a:off x="237168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897" name="Google Shape;2898;p38"/>
              <p:cNvSpPr/>
              <p:nvPr/>
            </p:nvSpPr>
            <p:spPr>
              <a:xfrm>
                <a:off x="246420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2898" name="Google Shape;2899;p38"/>
            <p:cNvGrpSpPr/>
            <p:nvPr/>
          </p:nvGrpSpPr>
          <p:grpSpPr>
            <a:xfrm>
              <a:off x="1854720" y="4389480"/>
              <a:ext cx="883080" cy="50760"/>
              <a:chOff x="1854720" y="4389480"/>
              <a:chExt cx="883080" cy="50760"/>
            </a:xfrm>
          </p:grpSpPr>
          <p:sp>
            <p:nvSpPr>
              <p:cNvPr id="2899" name="Google Shape;2900;p38"/>
              <p:cNvSpPr/>
              <p:nvPr/>
            </p:nvSpPr>
            <p:spPr>
              <a:xfrm>
                <a:off x="185472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900" name="Google Shape;2901;p38"/>
              <p:cNvSpPr/>
              <p:nvPr/>
            </p:nvSpPr>
            <p:spPr>
              <a:xfrm>
                <a:off x="194724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901" name="Google Shape;2902;p38"/>
              <p:cNvSpPr/>
              <p:nvPr/>
            </p:nvSpPr>
            <p:spPr>
              <a:xfrm>
                <a:off x="203976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902" name="Google Shape;2903;p38"/>
              <p:cNvSpPr/>
              <p:nvPr/>
            </p:nvSpPr>
            <p:spPr>
              <a:xfrm>
                <a:off x="213228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903" name="Google Shape;2904;p38"/>
              <p:cNvSpPr/>
              <p:nvPr/>
            </p:nvSpPr>
            <p:spPr>
              <a:xfrm>
                <a:off x="222480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904" name="Google Shape;2905;p38"/>
              <p:cNvSpPr/>
              <p:nvPr/>
            </p:nvSpPr>
            <p:spPr>
              <a:xfrm>
                <a:off x="231732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905" name="Google Shape;2906;p38"/>
              <p:cNvSpPr/>
              <p:nvPr/>
            </p:nvSpPr>
            <p:spPr>
              <a:xfrm>
                <a:off x="240948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906" name="Google Shape;2907;p38"/>
              <p:cNvSpPr/>
              <p:nvPr/>
            </p:nvSpPr>
            <p:spPr>
              <a:xfrm>
                <a:off x="250200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907" name="Google Shape;2908;p38"/>
              <p:cNvSpPr/>
              <p:nvPr/>
            </p:nvSpPr>
            <p:spPr>
              <a:xfrm>
                <a:off x="259452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908" name="Google Shape;2909;p38"/>
              <p:cNvSpPr/>
              <p:nvPr/>
            </p:nvSpPr>
            <p:spPr>
              <a:xfrm>
                <a:off x="268704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38BA37CF-29EC-833D-F483-274480DE2B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691" y="934330"/>
            <a:ext cx="7805615" cy="34317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300" b="1" i="0" u="none" strike="noStrike" cap="none" normalizeH="0" baseline="0" dirty="0">
              <a:ln>
                <a:noFill/>
              </a:ln>
              <a:effectLst/>
              <a:latin typeface="Bahnschrif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Bahnschrift" panose="020B0502040204020203" pitchFamily="34" charset="0"/>
              </a:rPr>
              <a:t>🔍 Solution Overview: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effectLst/>
                <a:latin typeface="Bahnschrift" panose="020B0502040204020203" pitchFamily="34" charset="0"/>
              </a:rPr>
              <a:t>        An autonomous fire-fighting robot designed to detect, approach, and extinguish fires in hazardous environments, minimizing human risk and response time.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300" b="0" i="0" u="none" strike="noStrike" cap="none" normalizeH="0" baseline="0" dirty="0">
              <a:ln>
                <a:noFill/>
              </a:ln>
              <a:effectLst/>
              <a:latin typeface="Bahnschrif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Bahnschrift" panose="020B0502040204020203" pitchFamily="34" charset="0"/>
              </a:rPr>
              <a:t>✨ Key Features: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300" b="0" i="0" u="none" strike="noStrike" cap="none" normalizeH="0" baseline="0" dirty="0">
              <a:ln>
                <a:noFill/>
              </a:ln>
              <a:effectLst/>
              <a:latin typeface="Bahnschrift" panose="020B0502040204020203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effectLst/>
                <a:latin typeface="Bahnschrift" panose="020B0502040204020203" pitchFamily="34" charset="0"/>
              </a:rPr>
              <a:t>Real-time fire and smoke detection using thermal and gas sensors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effectLst/>
                <a:latin typeface="Bahnschrift" panose="020B0502040204020203" pitchFamily="34" charset="0"/>
              </a:rPr>
              <a:t>Autonomous navigation with obstacle avoidance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effectLst/>
                <a:latin typeface="Bahnschrift" panose="020B0502040204020203" pitchFamily="34" charset="0"/>
              </a:rPr>
              <a:t>Onboard fire suppression system (e.g., CO₂ or water spray)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effectLst/>
                <a:latin typeface="Bahnschrift" panose="020B0502040204020203" pitchFamily="34" charset="0"/>
              </a:rPr>
              <a:t>Remote control and live video feed for manual override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300" b="0" i="0" u="none" strike="noStrike" cap="none" normalizeH="0" baseline="0" dirty="0">
              <a:ln>
                <a:noFill/>
              </a:ln>
              <a:effectLst/>
              <a:latin typeface="Bahnschrif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Bahnschrift" panose="020B0502040204020203" pitchFamily="34" charset="0"/>
              </a:rPr>
              <a:t>💡 Innovation: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br>
              <a:rPr kumimoji="0" lang="en-US" altLang="en-US" sz="1300" b="0" i="0" u="none" strike="noStrike" cap="none" normalizeH="0" baseline="0" dirty="0">
                <a:ln>
                  <a:noFill/>
                </a:ln>
                <a:effectLst/>
                <a:latin typeface="Bahnschrift" panose="020B0502040204020203" pitchFamily="34" charset="0"/>
              </a:rPr>
            </a:br>
            <a:r>
              <a:rPr kumimoji="0" lang="en-US" altLang="en-US" sz="1300" b="0" i="0" u="none" strike="noStrike" cap="none" normalizeH="0" baseline="0" dirty="0">
                <a:ln>
                  <a:noFill/>
                </a:ln>
                <a:effectLst/>
                <a:latin typeface="Bahnschrift" panose="020B0502040204020203" pitchFamily="34" charset="0"/>
              </a:rPr>
              <a:t>Combines AI-powered fire source localization with smart mobility to operate effectively in unpredictable and high-risk indoor settings.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D99B85B-8512-09C3-7B14-61ED3B75267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734" y="99589"/>
            <a:ext cx="924282" cy="92428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4" name="PlaceHolder 1"/>
          <p:cNvSpPr>
            <a:spLocks noGrp="1"/>
          </p:cNvSpPr>
          <p:nvPr>
            <p:ph type="title" idx="4294967295"/>
          </p:nvPr>
        </p:nvSpPr>
        <p:spPr>
          <a:xfrm>
            <a:off x="1100253" y="-219604"/>
            <a:ext cx="5982703" cy="868363"/>
          </a:xfrm>
          <a:prstGeom prst="rect">
            <a:avLst/>
          </a:prstGeom>
          <a:noFill/>
          <a:ln w="0">
            <a:noFill/>
          </a:ln>
          <a:effectLst>
            <a:outerShdw blurRad="157320" rotWithShape="0">
              <a:srgbClr val="8FFFFF">
                <a:alpha val="40000"/>
              </a:srgbClr>
            </a:outerShdw>
          </a:effectLst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2200" b="1" spc="-1" dirty="0">
                <a:solidFill>
                  <a:schemeClr val="accent5">
                    <a:lumMod val="20000"/>
                    <a:lumOff val="80000"/>
                  </a:schemeClr>
                </a:solidFill>
                <a:latin typeface="Exo"/>
              </a:rPr>
              <a:t>DIFFERENT WAYS OF MARKETING THE PROJECT</a:t>
            </a:r>
            <a:endParaRPr lang="fr-FR" sz="2200" b="0" strike="noStrike" spc="-1" dirty="0">
              <a:solidFill>
                <a:schemeClr val="accent5">
                  <a:lumMod val="20000"/>
                  <a:lumOff val="80000"/>
                </a:schemeClr>
              </a:solidFill>
              <a:latin typeface="Arial"/>
            </a:endParaRPr>
          </a:p>
        </p:txBody>
      </p:sp>
      <p:sp>
        <p:nvSpPr>
          <p:cNvPr id="3086" name="Google Shape;2807;p37"/>
          <p:cNvSpPr/>
          <p:nvPr/>
        </p:nvSpPr>
        <p:spPr>
          <a:xfrm>
            <a:off x="5474880" y="1307160"/>
            <a:ext cx="2727360" cy="2729880"/>
          </a:xfrm>
          <a:prstGeom prst="ellipse">
            <a:avLst/>
          </a:prstGeom>
          <a:blipFill rotWithShape="0">
            <a:blip r:embed="rId2"/>
            <a:srcRect/>
            <a:stretch/>
          </a:blipFill>
          <a:ln w="0">
            <a:noFill/>
          </a:ln>
          <a:effectLst>
            <a:outerShdw blurRad="657360" algn="bl" rotWithShape="0">
              <a:schemeClr val="accent2">
                <a:alpha val="4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OpenSymbol"/>
            </a:endParaRPr>
          </a:p>
        </p:txBody>
      </p:sp>
      <p:grpSp>
        <p:nvGrpSpPr>
          <p:cNvPr id="3089" name="Google Shape;2810;p37"/>
          <p:cNvGrpSpPr/>
          <p:nvPr/>
        </p:nvGrpSpPr>
        <p:grpSpPr>
          <a:xfrm>
            <a:off x="6936438" y="4562183"/>
            <a:ext cx="883080" cy="241560"/>
            <a:chOff x="7471800" y="3617640"/>
            <a:chExt cx="883080" cy="241560"/>
          </a:xfrm>
        </p:grpSpPr>
        <p:sp>
          <p:nvSpPr>
            <p:cNvPr id="3090" name="Google Shape;2811;p37"/>
            <p:cNvSpPr/>
            <p:nvPr/>
          </p:nvSpPr>
          <p:spPr>
            <a:xfrm rot="10800000">
              <a:off x="8202960" y="3617640"/>
              <a:ext cx="151920" cy="241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091" name="Google Shape;2812;p37"/>
            <p:cNvSpPr/>
            <p:nvPr/>
          </p:nvSpPr>
          <p:spPr>
            <a:xfrm rot="10800000">
              <a:off x="8056800" y="36176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092" name="Google Shape;2813;p37"/>
            <p:cNvSpPr/>
            <p:nvPr/>
          </p:nvSpPr>
          <p:spPr>
            <a:xfrm rot="10800000">
              <a:off x="7910640" y="36176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093" name="Google Shape;2814;p37"/>
            <p:cNvSpPr/>
            <p:nvPr/>
          </p:nvSpPr>
          <p:spPr>
            <a:xfrm rot="10800000">
              <a:off x="7764480" y="36176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094" name="Google Shape;2815;p37"/>
            <p:cNvSpPr/>
            <p:nvPr/>
          </p:nvSpPr>
          <p:spPr>
            <a:xfrm rot="10800000">
              <a:off x="7618320" y="36176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095" name="Google Shape;2816;p37"/>
            <p:cNvSpPr/>
            <p:nvPr/>
          </p:nvSpPr>
          <p:spPr>
            <a:xfrm rot="10800000">
              <a:off x="7471800" y="36176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3102" name="Google Shape;2823;p37"/>
          <p:cNvGrpSpPr/>
          <p:nvPr/>
        </p:nvGrpSpPr>
        <p:grpSpPr>
          <a:xfrm>
            <a:off x="2774739" y="4736654"/>
            <a:ext cx="882720" cy="241560"/>
            <a:chOff x="2596320" y="4298040"/>
            <a:chExt cx="882720" cy="241560"/>
          </a:xfrm>
        </p:grpSpPr>
        <p:sp>
          <p:nvSpPr>
            <p:cNvPr id="3103" name="Google Shape;2824;p37"/>
            <p:cNvSpPr/>
            <p:nvPr/>
          </p:nvSpPr>
          <p:spPr>
            <a:xfrm>
              <a:off x="2596320" y="4298040"/>
              <a:ext cx="151920" cy="241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104" name="Google Shape;2825;p37"/>
            <p:cNvSpPr/>
            <p:nvPr/>
          </p:nvSpPr>
          <p:spPr>
            <a:xfrm>
              <a:off x="2743560" y="42980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105" name="Google Shape;2826;p37"/>
            <p:cNvSpPr/>
            <p:nvPr/>
          </p:nvSpPr>
          <p:spPr>
            <a:xfrm>
              <a:off x="2889720" y="42980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106" name="Google Shape;2827;p37"/>
            <p:cNvSpPr/>
            <p:nvPr/>
          </p:nvSpPr>
          <p:spPr>
            <a:xfrm>
              <a:off x="3036240" y="42980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107" name="Google Shape;2828;p37"/>
            <p:cNvSpPr/>
            <p:nvPr/>
          </p:nvSpPr>
          <p:spPr>
            <a:xfrm>
              <a:off x="3182400" y="42980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108" name="Google Shape;2829;p37"/>
            <p:cNvSpPr/>
            <p:nvPr/>
          </p:nvSpPr>
          <p:spPr>
            <a:xfrm>
              <a:off x="3328560" y="42980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3109" name="Google Shape;2830;p37"/>
          <p:cNvGrpSpPr/>
          <p:nvPr/>
        </p:nvGrpSpPr>
        <p:grpSpPr>
          <a:xfrm>
            <a:off x="4672943" y="4818151"/>
            <a:ext cx="1105920" cy="133560"/>
            <a:chOff x="4762080" y="4298040"/>
            <a:chExt cx="1105920" cy="133560"/>
          </a:xfrm>
        </p:grpSpPr>
        <p:grpSp>
          <p:nvGrpSpPr>
            <p:cNvPr id="3110" name="Google Shape;2831;p37"/>
            <p:cNvGrpSpPr/>
            <p:nvPr/>
          </p:nvGrpSpPr>
          <p:grpSpPr>
            <a:xfrm>
              <a:off x="4762080" y="4380840"/>
              <a:ext cx="883080" cy="50760"/>
              <a:chOff x="4762080" y="4380840"/>
              <a:chExt cx="883080" cy="50760"/>
            </a:xfrm>
          </p:grpSpPr>
          <p:sp>
            <p:nvSpPr>
              <p:cNvPr id="3111" name="Google Shape;2832;p37"/>
              <p:cNvSpPr/>
              <p:nvPr/>
            </p:nvSpPr>
            <p:spPr>
              <a:xfrm>
                <a:off x="4762080" y="43808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112" name="Google Shape;2833;p37"/>
              <p:cNvSpPr/>
              <p:nvPr/>
            </p:nvSpPr>
            <p:spPr>
              <a:xfrm>
                <a:off x="4854600" y="43808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113" name="Google Shape;2834;p37"/>
              <p:cNvSpPr/>
              <p:nvPr/>
            </p:nvSpPr>
            <p:spPr>
              <a:xfrm>
                <a:off x="4947120" y="43808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114" name="Google Shape;2835;p37"/>
              <p:cNvSpPr/>
              <p:nvPr/>
            </p:nvSpPr>
            <p:spPr>
              <a:xfrm>
                <a:off x="5039640" y="43808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115" name="Google Shape;2836;p37"/>
              <p:cNvSpPr/>
              <p:nvPr/>
            </p:nvSpPr>
            <p:spPr>
              <a:xfrm>
                <a:off x="5132160" y="43808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116" name="Google Shape;2837;p37"/>
              <p:cNvSpPr/>
              <p:nvPr/>
            </p:nvSpPr>
            <p:spPr>
              <a:xfrm>
                <a:off x="5224680" y="43808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117" name="Google Shape;2838;p37"/>
              <p:cNvSpPr/>
              <p:nvPr/>
            </p:nvSpPr>
            <p:spPr>
              <a:xfrm>
                <a:off x="5316840" y="43808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118" name="Google Shape;2839;p37"/>
              <p:cNvSpPr/>
              <p:nvPr/>
            </p:nvSpPr>
            <p:spPr>
              <a:xfrm>
                <a:off x="5409360" y="43808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119" name="Google Shape;2840;p37"/>
              <p:cNvSpPr/>
              <p:nvPr/>
            </p:nvSpPr>
            <p:spPr>
              <a:xfrm>
                <a:off x="5501880" y="43808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120" name="Google Shape;2841;p37"/>
              <p:cNvSpPr/>
              <p:nvPr/>
            </p:nvSpPr>
            <p:spPr>
              <a:xfrm>
                <a:off x="5594400" y="43808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3121" name="Google Shape;2842;p37"/>
            <p:cNvGrpSpPr/>
            <p:nvPr/>
          </p:nvGrpSpPr>
          <p:grpSpPr>
            <a:xfrm>
              <a:off x="4984920" y="4298040"/>
              <a:ext cx="883080" cy="50760"/>
              <a:chOff x="4984920" y="4298040"/>
              <a:chExt cx="883080" cy="50760"/>
            </a:xfrm>
          </p:grpSpPr>
          <p:sp>
            <p:nvSpPr>
              <p:cNvPr id="3122" name="Google Shape;2843;p37"/>
              <p:cNvSpPr/>
              <p:nvPr/>
            </p:nvSpPr>
            <p:spPr>
              <a:xfrm>
                <a:off x="4984920" y="4298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123" name="Google Shape;2844;p37"/>
              <p:cNvSpPr/>
              <p:nvPr/>
            </p:nvSpPr>
            <p:spPr>
              <a:xfrm>
                <a:off x="5077440" y="4298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124" name="Google Shape;2845;p37"/>
              <p:cNvSpPr/>
              <p:nvPr/>
            </p:nvSpPr>
            <p:spPr>
              <a:xfrm>
                <a:off x="5169960" y="4298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125" name="Google Shape;2846;p37"/>
              <p:cNvSpPr/>
              <p:nvPr/>
            </p:nvSpPr>
            <p:spPr>
              <a:xfrm>
                <a:off x="5262120" y="4298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126" name="Google Shape;2847;p37"/>
              <p:cNvSpPr/>
              <p:nvPr/>
            </p:nvSpPr>
            <p:spPr>
              <a:xfrm>
                <a:off x="5354640" y="4298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127" name="Google Shape;2848;p37"/>
              <p:cNvSpPr/>
              <p:nvPr/>
            </p:nvSpPr>
            <p:spPr>
              <a:xfrm>
                <a:off x="5447160" y="4298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128" name="Google Shape;2849;p37"/>
              <p:cNvSpPr/>
              <p:nvPr/>
            </p:nvSpPr>
            <p:spPr>
              <a:xfrm>
                <a:off x="5539680" y="4298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129" name="Google Shape;2850;p37"/>
              <p:cNvSpPr/>
              <p:nvPr/>
            </p:nvSpPr>
            <p:spPr>
              <a:xfrm>
                <a:off x="5632200" y="4298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130" name="Google Shape;2851;p37"/>
              <p:cNvSpPr/>
              <p:nvPr/>
            </p:nvSpPr>
            <p:spPr>
              <a:xfrm>
                <a:off x="5724720" y="4298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131" name="Google Shape;2852;p37"/>
              <p:cNvSpPr/>
              <p:nvPr/>
            </p:nvSpPr>
            <p:spPr>
              <a:xfrm>
                <a:off x="5817240" y="4298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sp>
        <p:nvSpPr>
          <p:cNvPr id="6" name="Rectangle 3">
            <a:extLst>
              <a:ext uri="{FF2B5EF4-FFF2-40B4-BE49-F238E27FC236}">
                <a16:creationId xmlns:a16="http://schemas.microsoft.com/office/drawing/2014/main" id="{EE04D5BB-DA64-7740-C391-5F95347BE7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3453" y="540457"/>
            <a:ext cx="5091723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 dirty="0">
              <a:ln>
                <a:noFill/>
              </a:ln>
              <a:effectLst/>
              <a:latin typeface="Bahnschrif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Bahnschrift" panose="020B0502040204020203" pitchFamily="34" charset="0"/>
              </a:rPr>
              <a:t>Social Media Campaigns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Bahnschrift" panose="020B0502040204020203" pitchFamily="34" charset="0"/>
            </a:endParaRPr>
          </a:p>
          <a:p>
            <a:pPr marL="628650" marR="0" lvl="1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900" b="0" i="0" u="none" strike="noStrike" cap="none" normalizeH="0" baseline="0" dirty="0">
                <a:ln>
                  <a:noFill/>
                </a:ln>
                <a:effectLst/>
                <a:latin typeface="Bahnschrift" panose="020B0502040204020203" pitchFamily="34" charset="0"/>
              </a:rPr>
              <a:t>Demo videos on platforms like Instagram, YouTube, TikTok</a:t>
            </a:r>
          </a:p>
          <a:p>
            <a:pPr marL="628650" marR="0" lvl="1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900" b="0" i="0" u="none" strike="noStrike" cap="none" normalizeH="0" baseline="0" dirty="0">
                <a:ln>
                  <a:noFill/>
                </a:ln>
                <a:effectLst/>
                <a:latin typeface="Bahnschrift" panose="020B0502040204020203" pitchFamily="34" charset="0"/>
              </a:rPr>
              <a:t>LinkedIn for professional/tech audience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900" b="0" i="0" u="none" strike="noStrike" cap="none" normalizeH="0" baseline="0" dirty="0">
              <a:ln>
                <a:noFill/>
              </a:ln>
              <a:effectLst/>
              <a:latin typeface="Bahnschrif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Bahnschrift" panose="020B0502040204020203" pitchFamily="34" charset="0"/>
              </a:rPr>
              <a:t>Live Demonstrations &amp; Expos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Bahnschrift" panose="020B0502040204020203" pitchFamily="34" charset="0"/>
            </a:endParaRPr>
          </a:p>
          <a:p>
            <a:pPr marL="628650" marR="0" lvl="1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900" b="0" i="0" u="none" strike="noStrike" cap="none" normalizeH="0" baseline="0" dirty="0">
                <a:ln>
                  <a:noFill/>
                </a:ln>
                <a:effectLst/>
                <a:latin typeface="Bahnschrift" panose="020B0502040204020203" pitchFamily="34" charset="0"/>
              </a:rPr>
              <a:t>Science fairs, tech expos, safety conferences</a:t>
            </a:r>
          </a:p>
          <a:p>
            <a:pPr marL="628650" marR="0" lvl="1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900" b="0" i="0" u="none" strike="noStrike" cap="none" normalizeH="0" baseline="0" dirty="0">
                <a:ln>
                  <a:noFill/>
                </a:ln>
                <a:effectLst/>
                <a:latin typeface="Bahnschrift" panose="020B0502040204020203" pitchFamily="34" charset="0"/>
              </a:rPr>
              <a:t>University or community events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900" b="0" i="0" u="none" strike="noStrike" cap="none" normalizeH="0" baseline="0" dirty="0">
              <a:ln>
                <a:noFill/>
              </a:ln>
              <a:effectLst/>
              <a:latin typeface="Bahnschrif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Bahnschrift" panose="020B0502040204020203" pitchFamily="34" charset="0"/>
              </a:rPr>
              <a:t>Collaborations with Fire Departments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Bahnschrift" panose="020B0502040204020203" pitchFamily="34" charset="0"/>
            </a:endParaRPr>
          </a:p>
          <a:p>
            <a:pPr marL="628650" marR="0" lvl="1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900" b="0" i="0" u="none" strike="noStrike" cap="none" normalizeH="0" baseline="0" dirty="0">
                <a:ln>
                  <a:noFill/>
                </a:ln>
                <a:effectLst/>
                <a:latin typeface="Bahnschrift" panose="020B0502040204020203" pitchFamily="34" charset="0"/>
              </a:rPr>
              <a:t>Partner for pilot tests and endorsements</a:t>
            </a:r>
          </a:p>
          <a:p>
            <a:pPr marL="628650" marR="0" lvl="1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900" b="0" i="0" u="none" strike="noStrike" cap="none" normalizeH="0" baseline="0" dirty="0">
                <a:ln>
                  <a:noFill/>
                </a:ln>
                <a:effectLst/>
                <a:latin typeface="Bahnschrift" panose="020B0502040204020203" pitchFamily="34" charset="0"/>
              </a:rPr>
              <a:t>Real-world footage for promotion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900" b="0" i="0" u="none" strike="noStrike" cap="none" normalizeH="0" baseline="0" dirty="0">
              <a:ln>
                <a:noFill/>
              </a:ln>
              <a:effectLst/>
              <a:latin typeface="Bahnschrif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Bahnschrift" panose="020B0502040204020203" pitchFamily="34" charset="0"/>
              </a:rPr>
              <a:t>Crowdfunding Platforms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Bahnschrift" panose="020B0502040204020203" pitchFamily="34" charset="0"/>
            </a:endParaRPr>
          </a:p>
          <a:p>
            <a:pPr marL="628650" marR="0" lvl="1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900" b="0" i="0" u="none" strike="noStrike" cap="none" normalizeH="0" baseline="0" dirty="0">
                <a:ln>
                  <a:noFill/>
                </a:ln>
                <a:effectLst/>
                <a:latin typeface="Bahnschrift" panose="020B0502040204020203" pitchFamily="34" charset="0"/>
              </a:rPr>
              <a:t>Kickstarter/Indiegogo for public support and funding</a:t>
            </a:r>
          </a:p>
          <a:p>
            <a:pPr marL="628650" marR="0" lvl="1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900" b="0" i="0" u="none" strike="noStrike" cap="none" normalizeH="0" baseline="0" dirty="0">
                <a:ln>
                  <a:noFill/>
                </a:ln>
                <a:effectLst/>
                <a:latin typeface="Bahnschrift" panose="020B0502040204020203" pitchFamily="34" charset="0"/>
              </a:rPr>
              <a:t>Engages early adopters and enthusiasts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900" b="0" i="0" u="none" strike="noStrike" cap="none" normalizeH="0" baseline="0" dirty="0">
              <a:ln>
                <a:noFill/>
              </a:ln>
              <a:effectLst/>
              <a:latin typeface="Bahnschrif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Bahnschrift" panose="020B0502040204020203" pitchFamily="34" charset="0"/>
              </a:rPr>
              <a:t>Targeted Email Marketing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Bahnschrift" panose="020B0502040204020203" pitchFamily="34" charset="0"/>
            </a:endParaRPr>
          </a:p>
          <a:p>
            <a:pPr marL="628650" marR="0" lvl="1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900" b="0" i="0" u="none" strike="noStrike" cap="none" normalizeH="0" baseline="0" dirty="0">
                <a:ln>
                  <a:noFill/>
                </a:ln>
                <a:effectLst/>
                <a:latin typeface="Bahnschrift" panose="020B0502040204020203" pitchFamily="34" charset="0"/>
              </a:rPr>
              <a:t>Reach out to safety equipment suppliers, municipalities, and investors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900" b="0" i="0" u="none" strike="noStrike" cap="none" normalizeH="0" baseline="0" dirty="0">
              <a:ln>
                <a:noFill/>
              </a:ln>
              <a:effectLst/>
              <a:latin typeface="Bahnschrif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Bahnschrift" panose="020B0502040204020203" pitchFamily="34" charset="0"/>
              </a:rPr>
              <a:t>Press &amp; Media Coverage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Bahnschrift" panose="020B0502040204020203" pitchFamily="34" charset="0"/>
            </a:endParaRPr>
          </a:p>
          <a:p>
            <a:pPr marL="628650" marR="0" lvl="1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900" b="0" i="0" u="none" strike="noStrike" cap="none" normalizeH="0" baseline="0" dirty="0">
                <a:ln>
                  <a:noFill/>
                </a:ln>
                <a:effectLst/>
                <a:latin typeface="Bahnschrift" panose="020B0502040204020203" pitchFamily="34" charset="0"/>
              </a:rPr>
              <a:t>Local news, tech blogs, innovation columns</a:t>
            </a:r>
          </a:p>
          <a:p>
            <a:pPr marL="628650" marR="0" lvl="1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900" b="0" i="0" u="none" strike="noStrike" cap="none" normalizeH="0" baseline="0" dirty="0">
                <a:ln>
                  <a:noFill/>
                </a:ln>
                <a:effectLst/>
                <a:latin typeface="Bahnschrift" panose="020B0502040204020203" pitchFamily="34" charset="0"/>
              </a:rPr>
              <a:t>"Robot Revolutionizing Firefighting" angle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900" b="0" i="0" u="none" strike="noStrike" cap="none" normalizeH="0" baseline="0" dirty="0">
              <a:ln>
                <a:noFill/>
              </a:ln>
              <a:effectLst/>
              <a:latin typeface="Bahnschrif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7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Bahnschrift" panose="020B0502040204020203" pitchFamily="34" charset="0"/>
              </a:rPr>
              <a:t>Website &amp; SEO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Bahnschrift" panose="020B0502040204020203" pitchFamily="34" charset="0"/>
            </a:endParaRPr>
          </a:p>
          <a:p>
            <a:pPr marL="628650" marR="0" lvl="1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900" b="0" i="0" u="none" strike="noStrike" cap="none" normalizeH="0" baseline="0" dirty="0">
                <a:ln>
                  <a:noFill/>
                </a:ln>
                <a:effectLst/>
                <a:latin typeface="Bahnschrift" panose="020B0502040204020203" pitchFamily="34" charset="0"/>
              </a:rPr>
              <a:t>A dedicated landing page with detailed info, videos, and contact form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0" i="0" u="none" strike="noStrike" cap="none" normalizeH="0" baseline="0" dirty="0">
              <a:ln>
                <a:noFill/>
              </a:ln>
              <a:effectLst/>
              <a:latin typeface="Bahnschrift" panose="020B0502040204020203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3E0C4CD-3BB4-202C-64FC-08B2F044CFD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734" y="99589"/>
            <a:ext cx="924282" cy="92428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9" name="Google Shape;4528;p69"/>
          <p:cNvSpPr/>
          <p:nvPr/>
        </p:nvSpPr>
        <p:spPr>
          <a:xfrm>
            <a:off x="5474880" y="1307160"/>
            <a:ext cx="2727360" cy="2729880"/>
          </a:xfrm>
          <a:prstGeom prst="ellipse">
            <a:avLst/>
          </a:prstGeom>
          <a:blipFill rotWithShape="0">
            <a:blip r:embed="rId2"/>
            <a:srcRect/>
            <a:stretch/>
          </a:blipFill>
          <a:ln w="0">
            <a:noFill/>
          </a:ln>
          <a:effectLst>
            <a:outerShdw blurRad="657360" algn="bl" rotWithShape="0">
              <a:schemeClr val="accent2">
                <a:alpha val="4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2910" name="PlaceHolder 1"/>
          <p:cNvSpPr>
            <a:spLocks noGrp="1"/>
          </p:cNvSpPr>
          <p:nvPr>
            <p:ph type="title" idx="4294967295"/>
          </p:nvPr>
        </p:nvSpPr>
        <p:spPr>
          <a:xfrm>
            <a:off x="1189463" y="189555"/>
            <a:ext cx="5142146" cy="466725"/>
          </a:xfrm>
          <a:prstGeom prst="rect">
            <a:avLst/>
          </a:prstGeom>
          <a:noFill/>
          <a:ln w="0">
            <a:noFill/>
          </a:ln>
          <a:effectLst>
            <a:outerShdw blurRad="85680" rotWithShape="0">
              <a:srgbClr val="8FFFFF">
                <a:alpha val="40000"/>
              </a:srgbClr>
            </a:outerShdw>
          </a:effectLst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3200" b="1" strike="noStrike" spc="-1" dirty="0">
                <a:solidFill>
                  <a:schemeClr val="accent5">
                    <a:lumMod val="20000"/>
                    <a:lumOff val="80000"/>
                  </a:schemeClr>
                </a:solidFill>
                <a:latin typeface="Exo"/>
                <a:ea typeface="Exo"/>
              </a:rPr>
              <a:t>GENERAL BEN</a:t>
            </a:r>
            <a:r>
              <a:rPr lang="en-IN" sz="3200" b="1" strike="noStrike" spc="-1" dirty="0">
                <a:solidFill>
                  <a:schemeClr val="accent5">
                    <a:lumMod val="20000"/>
                    <a:lumOff val="80000"/>
                  </a:schemeClr>
                </a:solidFill>
                <a:latin typeface="Exo"/>
                <a:ea typeface="Exo"/>
              </a:rPr>
              <a:t>E</a:t>
            </a:r>
            <a:r>
              <a:rPr lang="en" sz="3200" b="1" strike="noStrike" spc="-1" dirty="0">
                <a:solidFill>
                  <a:schemeClr val="accent5">
                    <a:lumMod val="20000"/>
                    <a:lumOff val="80000"/>
                  </a:schemeClr>
                </a:solidFill>
                <a:latin typeface="Exo"/>
                <a:ea typeface="Exo"/>
              </a:rPr>
              <a:t>FITS OF PROJECT</a:t>
            </a:r>
            <a:endParaRPr lang="fr-FR" sz="3200" b="0" strike="noStrike" spc="-1" dirty="0">
              <a:solidFill>
                <a:schemeClr val="accent5">
                  <a:lumMod val="20000"/>
                  <a:lumOff val="80000"/>
                </a:schemeClr>
              </a:solidFill>
              <a:latin typeface="Arial"/>
            </a:endParaRPr>
          </a:p>
        </p:txBody>
      </p:sp>
      <p:sp>
        <p:nvSpPr>
          <p:cNvPr id="2912" name="Google Shape;4531;p69"/>
          <p:cNvSpPr/>
          <p:nvPr/>
        </p:nvSpPr>
        <p:spPr>
          <a:xfrm>
            <a:off x="3247920" y="4390920"/>
            <a:ext cx="1990440" cy="66240"/>
          </a:xfrm>
          <a:prstGeom prst="rect">
            <a:avLst/>
          </a:prstGeom>
          <a:gradFill rotWithShape="0">
            <a:gsLst>
              <a:gs pos="0">
                <a:srgbClr val="000000"/>
              </a:gs>
              <a:gs pos="100000">
                <a:srgbClr val="FFFFFF"/>
              </a:gs>
            </a:gsLst>
            <a:lin ang="27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70823080" tIns="33120" rIns="870823080" bIns="3312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1800" b="0" strike="noStrike" spc="-1">
              <a:solidFill>
                <a:schemeClr val="dk1"/>
              </a:solidFill>
              <a:latin typeface="Arial"/>
            </a:endParaRPr>
          </a:p>
        </p:txBody>
      </p:sp>
      <p:grpSp>
        <p:nvGrpSpPr>
          <p:cNvPr id="2913" name="Google Shape;4532;p69"/>
          <p:cNvGrpSpPr/>
          <p:nvPr/>
        </p:nvGrpSpPr>
        <p:grpSpPr>
          <a:xfrm>
            <a:off x="7766280" y="3306960"/>
            <a:ext cx="241560" cy="882720"/>
            <a:chOff x="7766280" y="3306960"/>
            <a:chExt cx="241560" cy="882720"/>
          </a:xfrm>
        </p:grpSpPr>
        <p:sp>
          <p:nvSpPr>
            <p:cNvPr id="2914" name="Google Shape;4533;p69"/>
            <p:cNvSpPr/>
            <p:nvPr/>
          </p:nvSpPr>
          <p:spPr>
            <a:xfrm rot="16200000">
              <a:off x="7810920" y="3992760"/>
              <a:ext cx="151920" cy="241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915" name="Google Shape;4534;p69"/>
            <p:cNvSpPr/>
            <p:nvPr/>
          </p:nvSpPr>
          <p:spPr>
            <a:xfrm rot="16200000">
              <a:off x="7811640" y="384588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916" name="Google Shape;4535;p69"/>
            <p:cNvSpPr/>
            <p:nvPr/>
          </p:nvSpPr>
          <p:spPr>
            <a:xfrm rot="16200000">
              <a:off x="7811640" y="369972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917" name="Google Shape;4536;p69"/>
            <p:cNvSpPr/>
            <p:nvPr/>
          </p:nvSpPr>
          <p:spPr>
            <a:xfrm rot="16200000">
              <a:off x="7811640" y="35535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918" name="Google Shape;4537;p69"/>
            <p:cNvSpPr/>
            <p:nvPr/>
          </p:nvSpPr>
          <p:spPr>
            <a:xfrm rot="16200000">
              <a:off x="7811640" y="340740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919" name="Google Shape;4538;p69"/>
            <p:cNvSpPr/>
            <p:nvPr/>
          </p:nvSpPr>
          <p:spPr>
            <a:xfrm rot="16200000">
              <a:off x="7811640" y="32612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2920" name="Google Shape;4539;p69"/>
          <p:cNvGrpSpPr/>
          <p:nvPr/>
        </p:nvGrpSpPr>
        <p:grpSpPr>
          <a:xfrm>
            <a:off x="4789440" y="914760"/>
            <a:ext cx="1105920" cy="133920"/>
            <a:chOff x="4789440" y="914760"/>
            <a:chExt cx="1105920" cy="133920"/>
          </a:xfrm>
        </p:grpSpPr>
        <p:grpSp>
          <p:nvGrpSpPr>
            <p:cNvPr id="2921" name="Google Shape;4540;p69"/>
            <p:cNvGrpSpPr/>
            <p:nvPr/>
          </p:nvGrpSpPr>
          <p:grpSpPr>
            <a:xfrm>
              <a:off x="4789440" y="997920"/>
              <a:ext cx="883080" cy="50760"/>
              <a:chOff x="4789440" y="997920"/>
              <a:chExt cx="883080" cy="50760"/>
            </a:xfrm>
          </p:grpSpPr>
          <p:sp>
            <p:nvSpPr>
              <p:cNvPr id="2922" name="Google Shape;4541;p69"/>
              <p:cNvSpPr/>
              <p:nvPr/>
            </p:nvSpPr>
            <p:spPr>
              <a:xfrm>
                <a:off x="4789440" y="997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923" name="Google Shape;4542;p69"/>
              <p:cNvSpPr/>
              <p:nvPr/>
            </p:nvSpPr>
            <p:spPr>
              <a:xfrm>
                <a:off x="4881960" y="997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924" name="Google Shape;4543;p69"/>
              <p:cNvSpPr/>
              <p:nvPr/>
            </p:nvSpPr>
            <p:spPr>
              <a:xfrm>
                <a:off x="4974480" y="997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925" name="Google Shape;4544;p69"/>
              <p:cNvSpPr/>
              <p:nvPr/>
            </p:nvSpPr>
            <p:spPr>
              <a:xfrm>
                <a:off x="5067000" y="997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926" name="Google Shape;4545;p69"/>
              <p:cNvSpPr/>
              <p:nvPr/>
            </p:nvSpPr>
            <p:spPr>
              <a:xfrm>
                <a:off x="5159520" y="997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927" name="Google Shape;4546;p69"/>
              <p:cNvSpPr/>
              <p:nvPr/>
            </p:nvSpPr>
            <p:spPr>
              <a:xfrm>
                <a:off x="5252040" y="997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928" name="Google Shape;4547;p69"/>
              <p:cNvSpPr/>
              <p:nvPr/>
            </p:nvSpPr>
            <p:spPr>
              <a:xfrm>
                <a:off x="5344560" y="997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929" name="Google Shape;4548;p69"/>
              <p:cNvSpPr/>
              <p:nvPr/>
            </p:nvSpPr>
            <p:spPr>
              <a:xfrm>
                <a:off x="5436720" y="997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930" name="Google Shape;4549;p69"/>
              <p:cNvSpPr/>
              <p:nvPr/>
            </p:nvSpPr>
            <p:spPr>
              <a:xfrm>
                <a:off x="5529240" y="997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931" name="Google Shape;4550;p69"/>
              <p:cNvSpPr/>
              <p:nvPr/>
            </p:nvSpPr>
            <p:spPr>
              <a:xfrm>
                <a:off x="5621760" y="997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2932" name="Google Shape;4551;p69"/>
            <p:cNvGrpSpPr/>
            <p:nvPr/>
          </p:nvGrpSpPr>
          <p:grpSpPr>
            <a:xfrm>
              <a:off x="5012280" y="914760"/>
              <a:ext cx="883080" cy="50760"/>
              <a:chOff x="5012280" y="914760"/>
              <a:chExt cx="883080" cy="50760"/>
            </a:xfrm>
          </p:grpSpPr>
          <p:sp>
            <p:nvSpPr>
              <p:cNvPr id="2933" name="Google Shape;4552;p69"/>
              <p:cNvSpPr/>
              <p:nvPr/>
            </p:nvSpPr>
            <p:spPr>
              <a:xfrm>
                <a:off x="5012280" y="914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934" name="Google Shape;4553;p69"/>
              <p:cNvSpPr/>
              <p:nvPr/>
            </p:nvSpPr>
            <p:spPr>
              <a:xfrm>
                <a:off x="5104800" y="914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935" name="Google Shape;4554;p69"/>
              <p:cNvSpPr/>
              <p:nvPr/>
            </p:nvSpPr>
            <p:spPr>
              <a:xfrm>
                <a:off x="5197320" y="914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936" name="Google Shape;4555;p69"/>
              <p:cNvSpPr/>
              <p:nvPr/>
            </p:nvSpPr>
            <p:spPr>
              <a:xfrm>
                <a:off x="5289840" y="914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937" name="Google Shape;4556;p69"/>
              <p:cNvSpPr/>
              <p:nvPr/>
            </p:nvSpPr>
            <p:spPr>
              <a:xfrm>
                <a:off x="5382000" y="914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938" name="Google Shape;4557;p69"/>
              <p:cNvSpPr/>
              <p:nvPr/>
            </p:nvSpPr>
            <p:spPr>
              <a:xfrm>
                <a:off x="5474520" y="914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939" name="Google Shape;4558;p69"/>
              <p:cNvSpPr/>
              <p:nvPr/>
            </p:nvSpPr>
            <p:spPr>
              <a:xfrm>
                <a:off x="5567040" y="914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940" name="Google Shape;4559;p69"/>
              <p:cNvSpPr/>
              <p:nvPr/>
            </p:nvSpPr>
            <p:spPr>
              <a:xfrm>
                <a:off x="5659560" y="914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941" name="Google Shape;4560;p69"/>
              <p:cNvSpPr/>
              <p:nvPr/>
            </p:nvSpPr>
            <p:spPr>
              <a:xfrm>
                <a:off x="5752080" y="914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942" name="Google Shape;4561;p69"/>
              <p:cNvSpPr/>
              <p:nvPr/>
            </p:nvSpPr>
            <p:spPr>
              <a:xfrm>
                <a:off x="5844600" y="914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grpSp>
        <p:nvGrpSpPr>
          <p:cNvPr id="2943" name="Google Shape;4562;p69"/>
          <p:cNvGrpSpPr/>
          <p:nvPr/>
        </p:nvGrpSpPr>
        <p:grpSpPr>
          <a:xfrm>
            <a:off x="5058720" y="3935160"/>
            <a:ext cx="552600" cy="98640"/>
            <a:chOff x="5058720" y="3935160"/>
            <a:chExt cx="552600" cy="98640"/>
          </a:xfrm>
        </p:grpSpPr>
        <p:sp>
          <p:nvSpPr>
            <p:cNvPr id="2944" name="Google Shape;4563;p69"/>
            <p:cNvSpPr/>
            <p:nvPr/>
          </p:nvSpPr>
          <p:spPr>
            <a:xfrm rot="5400000">
              <a:off x="5512680" y="393516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w="3174" h="3174" fill="none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9320" bIns="49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945" name="Google Shape;4564;p69"/>
            <p:cNvSpPr/>
            <p:nvPr/>
          </p:nvSpPr>
          <p:spPr>
            <a:xfrm rot="5400000">
              <a:off x="5539320" y="396216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946" name="Google Shape;4565;p69"/>
            <p:cNvSpPr/>
            <p:nvPr/>
          </p:nvSpPr>
          <p:spPr>
            <a:xfrm rot="5400000">
              <a:off x="5058720" y="393840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947" name="Google Shape;4566;p69"/>
            <p:cNvSpPr/>
            <p:nvPr/>
          </p:nvSpPr>
          <p:spPr>
            <a:xfrm rot="5400000">
              <a:off x="5082480" y="396216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948" name="Google Shape;4567;p69"/>
            <p:cNvSpPr/>
            <p:nvPr/>
          </p:nvSpPr>
          <p:spPr>
            <a:xfrm rot="5400000">
              <a:off x="5334840" y="379944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w="1" h="11504" fill="none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6EC71612-2196-C9F4-541A-6C9A1F93DA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7490" y="863245"/>
            <a:ext cx="4698670" cy="3816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100" b="1" i="0" u="none" strike="noStrike" cap="none" normalizeH="0" baseline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Enhances Safety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Reduces risk to human firefighters in hazardous environments.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Access to Danger Zones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Reaches areas unsafe or inaccessible for people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Early Fire Response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Detects and suppresses fires quickly using sensors.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Operates Continuously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Functions without fatigue in extreme conditions.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Real-Time Monitoring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Sends live video and data for better decision-making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Cost-Effective Long-Term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Lowers injury, damage, and training costs over time.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High Precision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Targets fire accurately, minimizing water and property damage.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DDDE349-A493-654A-55DF-2CF733045EF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734" y="99589"/>
            <a:ext cx="924282" cy="92428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1" name="PlaceHolder 1"/>
          <p:cNvSpPr>
            <a:spLocks noGrp="1"/>
          </p:cNvSpPr>
          <p:nvPr>
            <p:ph type="title" idx="4294967295"/>
          </p:nvPr>
        </p:nvSpPr>
        <p:spPr>
          <a:xfrm>
            <a:off x="0" y="169863"/>
            <a:ext cx="5602288" cy="492125"/>
          </a:xfrm>
          <a:prstGeom prst="rect">
            <a:avLst/>
          </a:prstGeom>
          <a:noFill/>
          <a:ln w="0">
            <a:noFill/>
          </a:ln>
          <a:effectLst>
            <a:outerShdw blurRad="142920" rotWithShape="0">
              <a:srgbClr val="8FFFFF">
                <a:alpha val="40000"/>
              </a:srgbClr>
            </a:outerShdw>
          </a:effectLst>
        </p:spPr>
        <p:txBody>
          <a:bodyPr lIns="91440" tIns="91440" rIns="91440" bIns="91440" anchor="b">
            <a:normAutofit fontScale="90000"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3200" b="1" strike="noStrike" spc="-1" dirty="0">
                <a:solidFill>
                  <a:schemeClr val="accent5">
                    <a:lumMod val="20000"/>
                    <a:lumOff val="80000"/>
                  </a:schemeClr>
                </a:solidFill>
                <a:latin typeface="Exo"/>
                <a:ea typeface="Exo"/>
              </a:rPr>
              <a:t>BUDGET </a:t>
            </a:r>
            <a:r>
              <a:rPr lang="en" sz="3200" b="1" spc="-1" dirty="0">
                <a:solidFill>
                  <a:schemeClr val="accent5">
                    <a:lumMod val="20000"/>
                    <a:lumOff val="80000"/>
                  </a:schemeClr>
                </a:solidFill>
                <a:latin typeface="Exo"/>
                <a:ea typeface="Exo"/>
              </a:rPr>
              <a:t>FOR PROJECT</a:t>
            </a:r>
            <a:endParaRPr lang="fr-FR" sz="3200" b="0" strike="noStrike" spc="-1" dirty="0">
              <a:solidFill>
                <a:schemeClr val="accent5">
                  <a:lumMod val="20000"/>
                  <a:lumOff val="80000"/>
                </a:schemeClr>
              </a:solidFill>
              <a:latin typeface="Arial"/>
            </a:endParaRPr>
          </a:p>
        </p:txBody>
      </p:sp>
      <p:grpSp>
        <p:nvGrpSpPr>
          <p:cNvPr id="3033" name="Google Shape;2859;p38"/>
          <p:cNvGrpSpPr/>
          <p:nvPr/>
        </p:nvGrpSpPr>
        <p:grpSpPr>
          <a:xfrm>
            <a:off x="4204621" y="4852712"/>
            <a:ext cx="883080" cy="241560"/>
            <a:chOff x="4130280" y="4335480"/>
            <a:chExt cx="883080" cy="241560"/>
          </a:xfrm>
        </p:grpSpPr>
        <p:sp>
          <p:nvSpPr>
            <p:cNvPr id="3034" name="Google Shape;2860;p38"/>
            <p:cNvSpPr/>
            <p:nvPr/>
          </p:nvSpPr>
          <p:spPr>
            <a:xfrm flipH="1">
              <a:off x="4861440" y="4335480"/>
              <a:ext cx="151920" cy="241560"/>
            </a:xfrm>
            <a:custGeom>
              <a:avLst/>
              <a:gdLst>
                <a:gd name="textAreaLeft" fmla="*/ 360 w 151920"/>
                <a:gd name="textAreaRight" fmla="*/ 15264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035" name="Google Shape;2861;p38"/>
            <p:cNvSpPr/>
            <p:nvPr/>
          </p:nvSpPr>
          <p:spPr>
            <a:xfrm flipH="1">
              <a:off x="4715280" y="4335480"/>
              <a:ext cx="150480" cy="241560"/>
            </a:xfrm>
            <a:custGeom>
              <a:avLst/>
              <a:gdLst>
                <a:gd name="textAreaLeft" fmla="*/ 360 w 150480"/>
                <a:gd name="textAreaRight" fmla="*/ 15120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036" name="Google Shape;2862;p38"/>
            <p:cNvSpPr/>
            <p:nvPr/>
          </p:nvSpPr>
          <p:spPr>
            <a:xfrm flipH="1">
              <a:off x="4569120" y="4335480"/>
              <a:ext cx="150480" cy="241560"/>
            </a:xfrm>
            <a:custGeom>
              <a:avLst/>
              <a:gdLst>
                <a:gd name="textAreaLeft" fmla="*/ 360 w 150480"/>
                <a:gd name="textAreaRight" fmla="*/ 15120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037" name="Google Shape;2863;p38"/>
            <p:cNvSpPr/>
            <p:nvPr/>
          </p:nvSpPr>
          <p:spPr>
            <a:xfrm flipH="1">
              <a:off x="4422960" y="4335480"/>
              <a:ext cx="150480" cy="241560"/>
            </a:xfrm>
            <a:custGeom>
              <a:avLst/>
              <a:gdLst>
                <a:gd name="textAreaLeft" fmla="*/ 360 w 150480"/>
                <a:gd name="textAreaRight" fmla="*/ 15120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038" name="Google Shape;2864;p38"/>
            <p:cNvSpPr/>
            <p:nvPr/>
          </p:nvSpPr>
          <p:spPr>
            <a:xfrm flipH="1">
              <a:off x="4276440" y="4335480"/>
              <a:ext cx="150480" cy="241560"/>
            </a:xfrm>
            <a:custGeom>
              <a:avLst/>
              <a:gdLst>
                <a:gd name="textAreaLeft" fmla="*/ 360 w 150480"/>
                <a:gd name="textAreaRight" fmla="*/ 15120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039" name="Google Shape;2865;p38"/>
            <p:cNvSpPr/>
            <p:nvPr/>
          </p:nvSpPr>
          <p:spPr>
            <a:xfrm flipH="1">
              <a:off x="4130280" y="4335480"/>
              <a:ext cx="150480" cy="241560"/>
            </a:xfrm>
            <a:custGeom>
              <a:avLst/>
              <a:gdLst>
                <a:gd name="textAreaLeft" fmla="*/ 360 w 150480"/>
                <a:gd name="textAreaRight" fmla="*/ 15120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3040" name="Google Shape;2866;p38"/>
          <p:cNvGrpSpPr/>
          <p:nvPr/>
        </p:nvGrpSpPr>
        <p:grpSpPr>
          <a:xfrm>
            <a:off x="6397920" y="1075320"/>
            <a:ext cx="1252440" cy="50760"/>
            <a:chOff x="6397920" y="1075320"/>
            <a:chExt cx="1252440" cy="50760"/>
          </a:xfrm>
        </p:grpSpPr>
        <p:sp>
          <p:nvSpPr>
            <p:cNvPr id="3041" name="Google Shape;2867;p38"/>
            <p:cNvSpPr/>
            <p:nvPr/>
          </p:nvSpPr>
          <p:spPr>
            <a:xfrm>
              <a:off x="639792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042" name="Google Shape;2868;p38"/>
            <p:cNvSpPr/>
            <p:nvPr/>
          </p:nvSpPr>
          <p:spPr>
            <a:xfrm>
              <a:off x="649044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043" name="Google Shape;2869;p38"/>
            <p:cNvSpPr/>
            <p:nvPr/>
          </p:nvSpPr>
          <p:spPr>
            <a:xfrm>
              <a:off x="658296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044" name="Google Shape;2870;p38"/>
            <p:cNvSpPr/>
            <p:nvPr/>
          </p:nvSpPr>
          <p:spPr>
            <a:xfrm>
              <a:off x="667512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045" name="Google Shape;2871;p38"/>
            <p:cNvSpPr/>
            <p:nvPr/>
          </p:nvSpPr>
          <p:spPr>
            <a:xfrm>
              <a:off x="676764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046" name="Google Shape;2872;p38"/>
            <p:cNvSpPr/>
            <p:nvPr/>
          </p:nvSpPr>
          <p:spPr>
            <a:xfrm>
              <a:off x="686016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047" name="Google Shape;2873;p38"/>
            <p:cNvSpPr/>
            <p:nvPr/>
          </p:nvSpPr>
          <p:spPr>
            <a:xfrm>
              <a:off x="695268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048" name="Google Shape;2874;p38"/>
            <p:cNvSpPr/>
            <p:nvPr/>
          </p:nvSpPr>
          <p:spPr>
            <a:xfrm>
              <a:off x="704520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049" name="Google Shape;2875;p38"/>
            <p:cNvSpPr/>
            <p:nvPr/>
          </p:nvSpPr>
          <p:spPr>
            <a:xfrm>
              <a:off x="713772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050" name="Google Shape;2876;p38"/>
            <p:cNvSpPr/>
            <p:nvPr/>
          </p:nvSpPr>
          <p:spPr>
            <a:xfrm>
              <a:off x="723024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051" name="Google Shape;2877;p38"/>
            <p:cNvSpPr/>
            <p:nvPr/>
          </p:nvSpPr>
          <p:spPr>
            <a:xfrm>
              <a:off x="732240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052" name="Google Shape;2878;p38"/>
            <p:cNvSpPr/>
            <p:nvPr/>
          </p:nvSpPr>
          <p:spPr>
            <a:xfrm>
              <a:off x="741492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053" name="Google Shape;2879;p38"/>
            <p:cNvSpPr/>
            <p:nvPr/>
          </p:nvSpPr>
          <p:spPr>
            <a:xfrm>
              <a:off x="750744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054" name="Google Shape;2880;p38"/>
            <p:cNvSpPr/>
            <p:nvPr/>
          </p:nvSpPr>
          <p:spPr>
            <a:xfrm>
              <a:off x="759960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3055" name="Google Shape;2881;p38"/>
          <p:cNvGrpSpPr/>
          <p:nvPr/>
        </p:nvGrpSpPr>
        <p:grpSpPr>
          <a:xfrm>
            <a:off x="7595280" y="4215600"/>
            <a:ext cx="552600" cy="98640"/>
            <a:chOff x="7595280" y="4215600"/>
            <a:chExt cx="552600" cy="98640"/>
          </a:xfrm>
        </p:grpSpPr>
        <p:sp>
          <p:nvSpPr>
            <p:cNvPr id="3056" name="Google Shape;2882;p38"/>
            <p:cNvSpPr/>
            <p:nvPr/>
          </p:nvSpPr>
          <p:spPr>
            <a:xfrm rot="5400000">
              <a:off x="8049240" y="421560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w="3174" h="3174" fill="none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9320" bIns="49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3057" name="Google Shape;2883;p38"/>
            <p:cNvSpPr/>
            <p:nvPr/>
          </p:nvSpPr>
          <p:spPr>
            <a:xfrm rot="5400000">
              <a:off x="8075880" y="424260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058" name="Google Shape;2884;p38"/>
            <p:cNvSpPr/>
            <p:nvPr/>
          </p:nvSpPr>
          <p:spPr>
            <a:xfrm rot="5400000">
              <a:off x="7595280" y="42188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3059" name="Google Shape;2885;p38"/>
            <p:cNvSpPr/>
            <p:nvPr/>
          </p:nvSpPr>
          <p:spPr>
            <a:xfrm rot="5400000">
              <a:off x="7619400" y="424260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060" name="Google Shape;2886;p38"/>
            <p:cNvSpPr/>
            <p:nvPr/>
          </p:nvSpPr>
          <p:spPr>
            <a:xfrm rot="5400000">
              <a:off x="7871400" y="407988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w="1" h="11504" fill="none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  <p:grpSp>
        <p:nvGrpSpPr>
          <p:cNvPr id="3061" name="Google Shape;2887;p38"/>
          <p:cNvGrpSpPr/>
          <p:nvPr/>
        </p:nvGrpSpPr>
        <p:grpSpPr>
          <a:xfrm>
            <a:off x="1832962" y="4922732"/>
            <a:ext cx="1105560" cy="133560"/>
            <a:chOff x="1632240" y="4389480"/>
            <a:chExt cx="1105560" cy="133560"/>
          </a:xfrm>
        </p:grpSpPr>
        <p:grpSp>
          <p:nvGrpSpPr>
            <p:cNvPr id="3062" name="Google Shape;2888;p38"/>
            <p:cNvGrpSpPr/>
            <p:nvPr/>
          </p:nvGrpSpPr>
          <p:grpSpPr>
            <a:xfrm>
              <a:off x="1632240" y="4472280"/>
              <a:ext cx="882720" cy="50760"/>
              <a:chOff x="1632240" y="4472280"/>
              <a:chExt cx="882720" cy="50760"/>
            </a:xfrm>
          </p:grpSpPr>
          <p:sp>
            <p:nvSpPr>
              <p:cNvPr id="3063" name="Google Shape;2889;p38"/>
              <p:cNvSpPr/>
              <p:nvPr/>
            </p:nvSpPr>
            <p:spPr>
              <a:xfrm>
                <a:off x="163224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064" name="Google Shape;2890;p38"/>
              <p:cNvSpPr/>
              <p:nvPr/>
            </p:nvSpPr>
            <p:spPr>
              <a:xfrm>
                <a:off x="172440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065" name="Google Shape;2891;p38"/>
              <p:cNvSpPr/>
              <p:nvPr/>
            </p:nvSpPr>
            <p:spPr>
              <a:xfrm>
                <a:off x="181692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066" name="Google Shape;2892;p38"/>
              <p:cNvSpPr/>
              <p:nvPr/>
            </p:nvSpPr>
            <p:spPr>
              <a:xfrm>
                <a:off x="190944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067" name="Google Shape;2893;p38"/>
              <p:cNvSpPr/>
              <p:nvPr/>
            </p:nvSpPr>
            <p:spPr>
              <a:xfrm>
                <a:off x="200196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068" name="Google Shape;2894;p38"/>
              <p:cNvSpPr/>
              <p:nvPr/>
            </p:nvSpPr>
            <p:spPr>
              <a:xfrm>
                <a:off x="209448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069" name="Google Shape;2895;p38"/>
              <p:cNvSpPr/>
              <p:nvPr/>
            </p:nvSpPr>
            <p:spPr>
              <a:xfrm>
                <a:off x="218700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070" name="Google Shape;2896;p38"/>
              <p:cNvSpPr/>
              <p:nvPr/>
            </p:nvSpPr>
            <p:spPr>
              <a:xfrm>
                <a:off x="227952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071" name="Google Shape;2897;p38"/>
              <p:cNvSpPr/>
              <p:nvPr/>
            </p:nvSpPr>
            <p:spPr>
              <a:xfrm>
                <a:off x="237168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072" name="Google Shape;2898;p38"/>
              <p:cNvSpPr/>
              <p:nvPr/>
            </p:nvSpPr>
            <p:spPr>
              <a:xfrm>
                <a:off x="246420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3073" name="Google Shape;2899;p38"/>
            <p:cNvGrpSpPr/>
            <p:nvPr/>
          </p:nvGrpSpPr>
          <p:grpSpPr>
            <a:xfrm>
              <a:off x="1854720" y="4389480"/>
              <a:ext cx="883080" cy="50760"/>
              <a:chOff x="1854720" y="4389480"/>
              <a:chExt cx="883080" cy="50760"/>
            </a:xfrm>
          </p:grpSpPr>
          <p:sp>
            <p:nvSpPr>
              <p:cNvPr id="3074" name="Google Shape;2900;p38"/>
              <p:cNvSpPr/>
              <p:nvPr/>
            </p:nvSpPr>
            <p:spPr>
              <a:xfrm>
                <a:off x="185472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075" name="Google Shape;2901;p38"/>
              <p:cNvSpPr/>
              <p:nvPr/>
            </p:nvSpPr>
            <p:spPr>
              <a:xfrm>
                <a:off x="194724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076" name="Google Shape;2902;p38"/>
              <p:cNvSpPr/>
              <p:nvPr/>
            </p:nvSpPr>
            <p:spPr>
              <a:xfrm>
                <a:off x="203976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077" name="Google Shape;2903;p38"/>
              <p:cNvSpPr/>
              <p:nvPr/>
            </p:nvSpPr>
            <p:spPr>
              <a:xfrm>
                <a:off x="213228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078" name="Google Shape;2904;p38"/>
              <p:cNvSpPr/>
              <p:nvPr/>
            </p:nvSpPr>
            <p:spPr>
              <a:xfrm>
                <a:off x="222480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079" name="Google Shape;2905;p38"/>
              <p:cNvSpPr/>
              <p:nvPr/>
            </p:nvSpPr>
            <p:spPr>
              <a:xfrm>
                <a:off x="231732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080" name="Google Shape;2906;p38"/>
              <p:cNvSpPr/>
              <p:nvPr/>
            </p:nvSpPr>
            <p:spPr>
              <a:xfrm>
                <a:off x="240948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081" name="Google Shape;2907;p38"/>
              <p:cNvSpPr/>
              <p:nvPr/>
            </p:nvSpPr>
            <p:spPr>
              <a:xfrm>
                <a:off x="250200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082" name="Google Shape;2908;p38"/>
              <p:cNvSpPr/>
              <p:nvPr/>
            </p:nvSpPr>
            <p:spPr>
              <a:xfrm>
                <a:off x="259452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083" name="Google Shape;2909;p38"/>
              <p:cNvSpPr/>
              <p:nvPr/>
            </p:nvSpPr>
            <p:spPr>
              <a:xfrm>
                <a:off x="268704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D515412-5767-182B-0B5E-78E26BD41AE3}"/>
              </a:ext>
            </a:extLst>
          </p:cNvPr>
          <p:cNvSpPr txBox="1"/>
          <p:nvPr/>
        </p:nvSpPr>
        <p:spPr>
          <a:xfrm>
            <a:off x="1299565" y="1025173"/>
            <a:ext cx="5043240" cy="3554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500" dirty="0"/>
              <a:t>IR 4 pin Flame sensors  x 3         =180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500" dirty="0"/>
              <a:t>Arduino UNO                               = 2900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500" dirty="0"/>
              <a:t>BO motors  x 4 (+wheels)           =150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500" dirty="0"/>
              <a:t>L298 Motor driver                        =150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500" dirty="0"/>
              <a:t>Solder-less Breadboard             =100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500" dirty="0"/>
              <a:t>Mini servo                                    =70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500" dirty="0"/>
              <a:t>5-9 V Water pump + pipe         =100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500" dirty="0"/>
              <a:t>Water tank / bottle                    =20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500" dirty="0"/>
              <a:t>3.7 V batteries (18650) x 2         =180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500" dirty="0"/>
              <a:t>Jumper wires                              =100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500" dirty="0"/>
              <a:t>TIP-122  Transistor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500" dirty="0"/>
              <a:t>104 pf capacitor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500" dirty="0"/>
              <a:t>1K Resister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500" dirty="0"/>
              <a:t>Glue gun                                    =200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500" dirty="0"/>
              <a:t>Soldering                                    =200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ACAED19-E07B-BD08-B8FB-153778397AF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734" y="99589"/>
            <a:ext cx="924282" cy="92428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Right Brace 3">
            <a:extLst>
              <a:ext uri="{FF2B5EF4-FFF2-40B4-BE49-F238E27FC236}">
                <a16:creationId xmlns:a16="http://schemas.microsoft.com/office/drawing/2014/main" id="{D8F1160F-5D9D-60F1-332F-A61E0058D1FA}"/>
              </a:ext>
            </a:extLst>
          </p:cNvPr>
          <p:cNvSpPr/>
          <p:nvPr/>
        </p:nvSpPr>
        <p:spPr>
          <a:xfrm>
            <a:off x="3020096" y="3354946"/>
            <a:ext cx="631065" cy="643944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06E2D1-579A-68DC-02A0-51CC82A2D0C0}"/>
              </a:ext>
            </a:extLst>
          </p:cNvPr>
          <p:cNvSpPr txBox="1"/>
          <p:nvPr/>
        </p:nvSpPr>
        <p:spPr>
          <a:xfrm>
            <a:off x="4350781" y="3492252"/>
            <a:ext cx="8272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=50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87" name="Google Shape;2859;p38"/>
          <p:cNvGrpSpPr/>
          <p:nvPr/>
        </p:nvGrpSpPr>
        <p:grpSpPr>
          <a:xfrm>
            <a:off x="4130280" y="4335480"/>
            <a:ext cx="883080" cy="241560"/>
            <a:chOff x="4130280" y="4335480"/>
            <a:chExt cx="883080" cy="241560"/>
          </a:xfrm>
        </p:grpSpPr>
        <p:sp>
          <p:nvSpPr>
            <p:cNvPr id="3188" name="Google Shape;2860;p38"/>
            <p:cNvSpPr/>
            <p:nvPr/>
          </p:nvSpPr>
          <p:spPr>
            <a:xfrm flipH="1">
              <a:off x="4861440" y="4335480"/>
              <a:ext cx="151920" cy="241560"/>
            </a:xfrm>
            <a:custGeom>
              <a:avLst/>
              <a:gdLst>
                <a:gd name="textAreaLeft" fmla="*/ 360 w 151920"/>
                <a:gd name="textAreaRight" fmla="*/ 15264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189" name="Google Shape;2861;p38"/>
            <p:cNvSpPr/>
            <p:nvPr/>
          </p:nvSpPr>
          <p:spPr>
            <a:xfrm flipH="1">
              <a:off x="4715280" y="4335480"/>
              <a:ext cx="150480" cy="241560"/>
            </a:xfrm>
            <a:custGeom>
              <a:avLst/>
              <a:gdLst>
                <a:gd name="textAreaLeft" fmla="*/ 360 w 150480"/>
                <a:gd name="textAreaRight" fmla="*/ 15120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190" name="Google Shape;2862;p38"/>
            <p:cNvSpPr/>
            <p:nvPr/>
          </p:nvSpPr>
          <p:spPr>
            <a:xfrm flipH="1">
              <a:off x="4569120" y="4335480"/>
              <a:ext cx="150480" cy="241560"/>
            </a:xfrm>
            <a:custGeom>
              <a:avLst/>
              <a:gdLst>
                <a:gd name="textAreaLeft" fmla="*/ 360 w 150480"/>
                <a:gd name="textAreaRight" fmla="*/ 15120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191" name="Google Shape;2863;p38"/>
            <p:cNvSpPr/>
            <p:nvPr/>
          </p:nvSpPr>
          <p:spPr>
            <a:xfrm flipH="1">
              <a:off x="4422960" y="4335480"/>
              <a:ext cx="150480" cy="241560"/>
            </a:xfrm>
            <a:custGeom>
              <a:avLst/>
              <a:gdLst>
                <a:gd name="textAreaLeft" fmla="*/ 360 w 150480"/>
                <a:gd name="textAreaRight" fmla="*/ 15120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192" name="Google Shape;2864;p38"/>
            <p:cNvSpPr/>
            <p:nvPr/>
          </p:nvSpPr>
          <p:spPr>
            <a:xfrm flipH="1">
              <a:off x="4276440" y="4335480"/>
              <a:ext cx="150480" cy="241560"/>
            </a:xfrm>
            <a:custGeom>
              <a:avLst/>
              <a:gdLst>
                <a:gd name="textAreaLeft" fmla="*/ 360 w 150480"/>
                <a:gd name="textAreaRight" fmla="*/ 15120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193" name="Google Shape;2865;p38"/>
            <p:cNvSpPr/>
            <p:nvPr/>
          </p:nvSpPr>
          <p:spPr>
            <a:xfrm flipH="1">
              <a:off x="4130280" y="4335480"/>
              <a:ext cx="150480" cy="241560"/>
            </a:xfrm>
            <a:custGeom>
              <a:avLst/>
              <a:gdLst>
                <a:gd name="textAreaLeft" fmla="*/ 360 w 150480"/>
                <a:gd name="textAreaRight" fmla="*/ 15120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3194" name="Google Shape;2866;p38"/>
          <p:cNvGrpSpPr/>
          <p:nvPr/>
        </p:nvGrpSpPr>
        <p:grpSpPr>
          <a:xfrm>
            <a:off x="6397920" y="1075320"/>
            <a:ext cx="1252440" cy="50760"/>
            <a:chOff x="6397920" y="1075320"/>
            <a:chExt cx="1252440" cy="50760"/>
          </a:xfrm>
        </p:grpSpPr>
        <p:sp>
          <p:nvSpPr>
            <p:cNvPr id="3195" name="Google Shape;2867;p38"/>
            <p:cNvSpPr/>
            <p:nvPr/>
          </p:nvSpPr>
          <p:spPr>
            <a:xfrm>
              <a:off x="639792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196" name="Google Shape;2868;p38"/>
            <p:cNvSpPr/>
            <p:nvPr/>
          </p:nvSpPr>
          <p:spPr>
            <a:xfrm>
              <a:off x="649044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197" name="Google Shape;2869;p38"/>
            <p:cNvSpPr/>
            <p:nvPr/>
          </p:nvSpPr>
          <p:spPr>
            <a:xfrm>
              <a:off x="658296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198" name="Google Shape;2870;p38"/>
            <p:cNvSpPr/>
            <p:nvPr/>
          </p:nvSpPr>
          <p:spPr>
            <a:xfrm>
              <a:off x="667512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199" name="Google Shape;2871;p38"/>
            <p:cNvSpPr/>
            <p:nvPr/>
          </p:nvSpPr>
          <p:spPr>
            <a:xfrm>
              <a:off x="676764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200" name="Google Shape;2872;p38"/>
            <p:cNvSpPr/>
            <p:nvPr/>
          </p:nvSpPr>
          <p:spPr>
            <a:xfrm>
              <a:off x="686016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201" name="Google Shape;2873;p38"/>
            <p:cNvSpPr/>
            <p:nvPr/>
          </p:nvSpPr>
          <p:spPr>
            <a:xfrm>
              <a:off x="695268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202" name="Google Shape;2874;p38"/>
            <p:cNvSpPr/>
            <p:nvPr/>
          </p:nvSpPr>
          <p:spPr>
            <a:xfrm>
              <a:off x="704520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203" name="Google Shape;2875;p38"/>
            <p:cNvSpPr/>
            <p:nvPr/>
          </p:nvSpPr>
          <p:spPr>
            <a:xfrm>
              <a:off x="713772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204" name="Google Shape;2876;p38"/>
            <p:cNvSpPr/>
            <p:nvPr/>
          </p:nvSpPr>
          <p:spPr>
            <a:xfrm>
              <a:off x="723024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205" name="Google Shape;2877;p38"/>
            <p:cNvSpPr/>
            <p:nvPr/>
          </p:nvSpPr>
          <p:spPr>
            <a:xfrm>
              <a:off x="732240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206" name="Google Shape;2878;p38"/>
            <p:cNvSpPr/>
            <p:nvPr/>
          </p:nvSpPr>
          <p:spPr>
            <a:xfrm>
              <a:off x="741492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207" name="Google Shape;2879;p38"/>
            <p:cNvSpPr/>
            <p:nvPr/>
          </p:nvSpPr>
          <p:spPr>
            <a:xfrm>
              <a:off x="750744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208" name="Google Shape;2880;p38"/>
            <p:cNvSpPr/>
            <p:nvPr/>
          </p:nvSpPr>
          <p:spPr>
            <a:xfrm>
              <a:off x="759960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3209" name="Google Shape;2881;p38"/>
          <p:cNvGrpSpPr/>
          <p:nvPr/>
        </p:nvGrpSpPr>
        <p:grpSpPr>
          <a:xfrm>
            <a:off x="7595280" y="4215600"/>
            <a:ext cx="552600" cy="98640"/>
            <a:chOff x="7595280" y="4215600"/>
            <a:chExt cx="552600" cy="98640"/>
          </a:xfrm>
        </p:grpSpPr>
        <p:sp>
          <p:nvSpPr>
            <p:cNvPr id="3210" name="Google Shape;2882;p38"/>
            <p:cNvSpPr/>
            <p:nvPr/>
          </p:nvSpPr>
          <p:spPr>
            <a:xfrm rot="5400000">
              <a:off x="8049240" y="421560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w="3174" h="3174" fill="none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9320" bIns="49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3211" name="Google Shape;2883;p38"/>
            <p:cNvSpPr/>
            <p:nvPr/>
          </p:nvSpPr>
          <p:spPr>
            <a:xfrm rot="5400000">
              <a:off x="8075880" y="424260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212" name="Google Shape;2884;p38"/>
            <p:cNvSpPr/>
            <p:nvPr/>
          </p:nvSpPr>
          <p:spPr>
            <a:xfrm rot="5400000">
              <a:off x="7595280" y="42188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3213" name="Google Shape;2885;p38"/>
            <p:cNvSpPr/>
            <p:nvPr/>
          </p:nvSpPr>
          <p:spPr>
            <a:xfrm rot="5400000">
              <a:off x="7619400" y="424260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214" name="Google Shape;2886;p38"/>
            <p:cNvSpPr/>
            <p:nvPr/>
          </p:nvSpPr>
          <p:spPr>
            <a:xfrm rot="5400000">
              <a:off x="7871400" y="407988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w="1" h="11504" fill="none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  <p:grpSp>
        <p:nvGrpSpPr>
          <p:cNvPr id="3215" name="Google Shape;2887;p38"/>
          <p:cNvGrpSpPr/>
          <p:nvPr/>
        </p:nvGrpSpPr>
        <p:grpSpPr>
          <a:xfrm>
            <a:off x="1632240" y="4389480"/>
            <a:ext cx="1105560" cy="133560"/>
            <a:chOff x="1632240" y="4389480"/>
            <a:chExt cx="1105560" cy="133560"/>
          </a:xfrm>
        </p:grpSpPr>
        <p:grpSp>
          <p:nvGrpSpPr>
            <p:cNvPr id="3216" name="Google Shape;2888;p38"/>
            <p:cNvGrpSpPr/>
            <p:nvPr/>
          </p:nvGrpSpPr>
          <p:grpSpPr>
            <a:xfrm>
              <a:off x="1632240" y="4472280"/>
              <a:ext cx="882720" cy="50760"/>
              <a:chOff x="1632240" y="4472280"/>
              <a:chExt cx="882720" cy="50760"/>
            </a:xfrm>
          </p:grpSpPr>
          <p:sp>
            <p:nvSpPr>
              <p:cNvPr id="3217" name="Google Shape;2889;p38"/>
              <p:cNvSpPr/>
              <p:nvPr/>
            </p:nvSpPr>
            <p:spPr>
              <a:xfrm>
                <a:off x="163224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218" name="Google Shape;2890;p38"/>
              <p:cNvSpPr/>
              <p:nvPr/>
            </p:nvSpPr>
            <p:spPr>
              <a:xfrm>
                <a:off x="172440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219" name="Google Shape;2891;p38"/>
              <p:cNvSpPr/>
              <p:nvPr/>
            </p:nvSpPr>
            <p:spPr>
              <a:xfrm>
                <a:off x="181692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220" name="Google Shape;2892;p38"/>
              <p:cNvSpPr/>
              <p:nvPr/>
            </p:nvSpPr>
            <p:spPr>
              <a:xfrm>
                <a:off x="190944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221" name="Google Shape;2893;p38"/>
              <p:cNvSpPr/>
              <p:nvPr/>
            </p:nvSpPr>
            <p:spPr>
              <a:xfrm>
                <a:off x="200196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222" name="Google Shape;2894;p38"/>
              <p:cNvSpPr/>
              <p:nvPr/>
            </p:nvSpPr>
            <p:spPr>
              <a:xfrm>
                <a:off x="209448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223" name="Google Shape;2895;p38"/>
              <p:cNvSpPr/>
              <p:nvPr/>
            </p:nvSpPr>
            <p:spPr>
              <a:xfrm>
                <a:off x="218700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224" name="Google Shape;2896;p38"/>
              <p:cNvSpPr/>
              <p:nvPr/>
            </p:nvSpPr>
            <p:spPr>
              <a:xfrm>
                <a:off x="227952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225" name="Google Shape;2897;p38"/>
              <p:cNvSpPr/>
              <p:nvPr/>
            </p:nvSpPr>
            <p:spPr>
              <a:xfrm>
                <a:off x="237168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226" name="Google Shape;2898;p38"/>
              <p:cNvSpPr/>
              <p:nvPr/>
            </p:nvSpPr>
            <p:spPr>
              <a:xfrm>
                <a:off x="246420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3227" name="Google Shape;2899;p38"/>
            <p:cNvGrpSpPr/>
            <p:nvPr/>
          </p:nvGrpSpPr>
          <p:grpSpPr>
            <a:xfrm>
              <a:off x="1854720" y="4389480"/>
              <a:ext cx="883080" cy="50760"/>
              <a:chOff x="1854720" y="4389480"/>
              <a:chExt cx="883080" cy="50760"/>
            </a:xfrm>
          </p:grpSpPr>
          <p:sp>
            <p:nvSpPr>
              <p:cNvPr id="3228" name="Google Shape;2900;p38"/>
              <p:cNvSpPr/>
              <p:nvPr/>
            </p:nvSpPr>
            <p:spPr>
              <a:xfrm>
                <a:off x="185472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229" name="Google Shape;2901;p38"/>
              <p:cNvSpPr/>
              <p:nvPr/>
            </p:nvSpPr>
            <p:spPr>
              <a:xfrm>
                <a:off x="194724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230" name="Google Shape;2902;p38"/>
              <p:cNvSpPr/>
              <p:nvPr/>
            </p:nvSpPr>
            <p:spPr>
              <a:xfrm>
                <a:off x="203976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231" name="Google Shape;2903;p38"/>
              <p:cNvSpPr/>
              <p:nvPr/>
            </p:nvSpPr>
            <p:spPr>
              <a:xfrm>
                <a:off x="213228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232" name="Google Shape;2904;p38"/>
              <p:cNvSpPr/>
              <p:nvPr/>
            </p:nvSpPr>
            <p:spPr>
              <a:xfrm>
                <a:off x="222480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233" name="Google Shape;2905;p38"/>
              <p:cNvSpPr/>
              <p:nvPr/>
            </p:nvSpPr>
            <p:spPr>
              <a:xfrm>
                <a:off x="231732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234" name="Google Shape;2906;p38"/>
              <p:cNvSpPr/>
              <p:nvPr/>
            </p:nvSpPr>
            <p:spPr>
              <a:xfrm>
                <a:off x="240948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235" name="Google Shape;2907;p38"/>
              <p:cNvSpPr/>
              <p:nvPr/>
            </p:nvSpPr>
            <p:spPr>
              <a:xfrm>
                <a:off x="250200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236" name="Google Shape;2908;p38"/>
              <p:cNvSpPr/>
              <p:nvPr/>
            </p:nvSpPr>
            <p:spPr>
              <a:xfrm>
                <a:off x="259452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237" name="Google Shape;2909;p38"/>
              <p:cNvSpPr/>
              <p:nvPr/>
            </p:nvSpPr>
            <p:spPr>
              <a:xfrm>
                <a:off x="268704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B8E04829-97DE-2BFA-D8F4-26A3CA221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8080" y="212517"/>
            <a:ext cx="2878096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accent5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</a:rPr>
              <a:t>FEATURES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3387ED-A860-DC99-BA31-3F6E6F6488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570" y="952443"/>
            <a:ext cx="6315750" cy="29700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700" b="1" i="0" u="none" strike="noStrike" cap="none" normalizeH="0" baseline="0" dirty="0">
              <a:ln>
                <a:noFill/>
              </a:ln>
              <a:effectLst/>
              <a:latin typeface="Bahnschrift" panose="020B0502040204020203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Bahnschrift" panose="020B0502040204020203" pitchFamily="34" charset="0"/>
              </a:rPr>
              <a:t>The Fire Fighting Robot represents a crucial advancement in automated emergency response.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effectLst/>
              <a:latin typeface="Bahnschrift" panose="020B0502040204020203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Bahnschrift" panose="020B0502040204020203" pitchFamily="34" charset="0"/>
              </a:rPr>
              <a:t>By detecting and extinguishing fires autonomously, it reduces risk to human firefighters, accelerates response times, and improves safety in hazardous environments.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Bahnschrift" panose="020B0502040204020203" pitchFamily="34" charset="0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Bahnschrift" panose="020B0502040204020203" pitchFamily="34" charset="0"/>
              </a:rPr>
              <a:t>With further development, this technology can be integrated into smart buildings and disaster-prone areas, playing a key role in future fire management systems.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05E0047-7F14-9F70-1D6F-307C952D6F4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734" y="99589"/>
            <a:ext cx="924282" cy="92428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B035648-7A23-07FA-8CA8-1D2972361E5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734" y="99589"/>
            <a:ext cx="924282" cy="92428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9B09C1F-1FB0-4E07-976D-1A294D5F157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8093" y="1023871"/>
            <a:ext cx="4957343" cy="309451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21D3514-E888-6F27-A6D1-8606B4319CA9}"/>
              </a:ext>
            </a:extLst>
          </p:cNvPr>
          <p:cNvSpPr txBox="1"/>
          <p:nvPr/>
        </p:nvSpPr>
        <p:spPr>
          <a:xfrm>
            <a:off x="2047741" y="315533"/>
            <a:ext cx="40632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/>
              <a:t>PROTOTYPE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67D237-B492-18B2-358E-9DE0B25D1109}"/>
              </a:ext>
            </a:extLst>
          </p:cNvPr>
          <p:cNvSpPr txBox="1"/>
          <p:nvPr/>
        </p:nvSpPr>
        <p:spPr>
          <a:xfrm>
            <a:off x="140735" y="1147434"/>
            <a:ext cx="3497548" cy="38964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77A6AA-2BB6-3878-C665-74A932F86A15}"/>
              </a:ext>
            </a:extLst>
          </p:cNvPr>
          <p:cNvSpPr txBox="1"/>
          <p:nvPr/>
        </p:nvSpPr>
        <p:spPr>
          <a:xfrm>
            <a:off x="276896" y="1262130"/>
            <a:ext cx="316820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Works by the alerting indication  from the sensors and appear in that location to rescue the fire and make the public to feel safe until the next emergency conditions occurs.</a:t>
            </a:r>
          </a:p>
        </p:txBody>
      </p:sp>
    </p:spTree>
    <p:extLst>
      <p:ext uri="{BB962C8B-B14F-4D97-AF65-F5344CB8AC3E}">
        <p14:creationId xmlns:p14="http://schemas.microsoft.com/office/powerpoint/2010/main" val="56544283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4_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1_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3.xml><?xml version="1.0" encoding="utf-8"?>
<a:theme xmlns:a="http://schemas.openxmlformats.org/drawingml/2006/main" name="2_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4.xml><?xml version="1.0" encoding="utf-8"?>
<a:theme xmlns:a="http://schemas.openxmlformats.org/drawingml/2006/main" name="3_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Override1.xml><?xml version="1.0" encoding="utf-8"?>
<a:themeOverride xmlns:a="http://schemas.openxmlformats.org/drawingml/2006/main">
  <a:clrScheme name="Ion">
    <a:dk1>
      <a:sysClr val="windowText" lastClr="000000"/>
    </a:dk1>
    <a:lt1>
      <a:sysClr val="window" lastClr="FFFFFF"/>
    </a:lt1>
    <a:dk2>
      <a:srgbClr val="1E5155"/>
    </a:dk2>
    <a:lt2>
      <a:srgbClr val="EBEBEB"/>
    </a:lt2>
    <a:accent1>
      <a:srgbClr val="B01513"/>
    </a:accent1>
    <a:accent2>
      <a:srgbClr val="EA6312"/>
    </a:accent2>
    <a:accent3>
      <a:srgbClr val="E6B729"/>
    </a:accent3>
    <a:accent4>
      <a:srgbClr val="6AAC90"/>
    </a:accent4>
    <a:accent5>
      <a:srgbClr val="54849A"/>
    </a:accent5>
    <a:accent6>
      <a:srgbClr val="9E5E9B"/>
    </a:accent6>
    <a:hlink>
      <a:srgbClr val="58C1BA"/>
    </a:hlink>
    <a:folHlink>
      <a:srgbClr val="9DFFCB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181</TotalTime>
  <Words>627</Words>
  <Application>Microsoft Office PowerPoint</Application>
  <PresentationFormat>On-screen Show (16:9)</PresentationFormat>
  <Paragraphs>109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8</vt:i4>
      </vt:variant>
    </vt:vector>
  </HeadingPairs>
  <TitlesOfParts>
    <vt:vector size="20" baseType="lpstr">
      <vt:lpstr>Arial</vt:lpstr>
      <vt:lpstr>Bahnschrift</vt:lpstr>
      <vt:lpstr>Century Gothic</vt:lpstr>
      <vt:lpstr>Exo</vt:lpstr>
      <vt:lpstr>OpenSymbol</vt:lpstr>
      <vt:lpstr>PT Sans</vt:lpstr>
      <vt:lpstr>Wingdings</vt:lpstr>
      <vt:lpstr>Wingdings 3</vt:lpstr>
      <vt:lpstr>4_Ion</vt:lpstr>
      <vt:lpstr>1_Ion</vt:lpstr>
      <vt:lpstr>2_Ion</vt:lpstr>
      <vt:lpstr>3_Ion</vt:lpstr>
      <vt:lpstr>Fire Fighting Robot</vt:lpstr>
      <vt:lpstr>EXISTING SYSTEMS</vt:lpstr>
      <vt:lpstr>PROPOSED SYSTEM</vt:lpstr>
      <vt:lpstr>DIFFERENT WAYS OF MARKETING THE PROJECT</vt:lpstr>
      <vt:lpstr>GENERAL BENEFITS OF PROJECT</vt:lpstr>
      <vt:lpstr>BUDGET FOR PROJECT</vt:lpstr>
      <vt:lpstr>PowerPoint Presentation</vt:lpstr>
      <vt:lpstr>PowerPoint Presentation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NIMALRAJ</dc:creator>
  <cp:lastModifiedBy>kishore kumar</cp:lastModifiedBy>
  <cp:revision>11</cp:revision>
  <dcterms:modified xsi:type="dcterms:W3CDTF">2026-02-19T17:29:50Z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2025-04-28T05:01:53Z</dcterms:created>
  <dc:creator>Unknown Creator</dc:creator>
  <dc:description/>
  <dc:language>en-US</dc:language>
  <cp:lastModifiedBy>Unknown Creator</cp:lastModifiedBy>
  <dcterms:modified xsi:type="dcterms:W3CDTF">2025-04-28T05:01:53Z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